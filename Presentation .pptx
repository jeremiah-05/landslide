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Override1.xml" ContentType="application/vnd.openxmlformats-officedocument.themeOverrid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Lst>
  <p:notesMasterIdLst>
    <p:notesMasterId r:id="rId14"/>
  </p:notesMasterIdLst>
  <p:sldIdLst>
    <p:sldId id="264" r:id="rId5"/>
    <p:sldId id="315" r:id="rId6"/>
    <p:sldId id="313" r:id="rId7"/>
    <p:sldId id="314" r:id="rId8"/>
    <p:sldId id="317" r:id="rId9"/>
    <p:sldId id="318" r:id="rId10"/>
    <p:sldId id="320" r:id="rId11"/>
    <p:sldId id="321" r:id="rId12"/>
    <p:sldId id="316"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19" autoAdjust="0"/>
  </p:normalViewPr>
  <p:slideViewPr>
    <p:cSldViewPr snapToGrid="0">
      <p:cViewPr varScale="1">
        <p:scale>
          <a:sx n="84" d="100"/>
          <a:sy n="84" d="100"/>
        </p:scale>
        <p:origin x="658"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presProps" Target="presProps.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C6DBDFE-DD3D-4291-A404-1B97A83A6EA8}" type="datetimeFigureOut">
              <a:rPr lang="en-US" smtClean="0"/>
              <a:t>3/26/2025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6456DE3-4E01-4AFD-AD42-42312842ED89}" type="slidenum">
              <a:rPr lang="en-US" smtClean="0"/>
              <a:t>‹#›</a:t>
            </a:fld>
            <a:endParaRPr lang="en-US" dirty="0"/>
          </a:p>
        </p:txBody>
      </p:sp>
    </p:spTree>
    <p:extLst>
      <p:ext uri="{BB962C8B-B14F-4D97-AF65-F5344CB8AC3E}">
        <p14:creationId xmlns:p14="http://schemas.microsoft.com/office/powerpoint/2010/main" val="7029615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3AEA074-24A7-4657-AE02-A51F68EA6AA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4987009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904DB13E-F722-4ED6-BB00-556651E95281}"/>
              </a:ext>
            </a:extLst>
          </p:cNvPr>
          <p:cNvSpPr/>
          <p:nvPr/>
        </p:nvSpPr>
        <p:spPr>
          <a:xfrm>
            <a:off x="0" y="0"/>
            <a:ext cx="12192000"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useBgFill="1">
        <p:nvSpPr>
          <p:cNvPr id="10" name="Rectangle 9"/>
          <p:cNvSpPr/>
          <p:nvPr/>
        </p:nvSpPr>
        <p:spPr>
          <a:xfrm>
            <a:off x="1307870" y="1267730"/>
            <a:ext cx="9576262" cy="4307950"/>
          </a:xfrm>
          <a:prstGeom prst="rect">
            <a:avLst/>
          </a:prstGeom>
          <a:ln w="6350" cap="flat" cmpd="sng" algn="ctr">
            <a:noFill/>
            <a:prstDash val="solid"/>
          </a:ln>
          <a:effectLst>
            <a:outerShdw blurRad="50800" algn="ctr" rotWithShape="0">
              <a:prstClr val="black">
                <a:alpha val="66000"/>
              </a:prstClr>
            </a:outerShdw>
            <a:softEdge rad="0"/>
          </a:effectLst>
        </p:spPr>
      </p:sp>
      <p:sp>
        <p:nvSpPr>
          <p:cNvPr id="11" name="Rectangle 10"/>
          <p:cNvSpPr/>
          <p:nvPr/>
        </p:nvSpPr>
        <p:spPr>
          <a:xfrm>
            <a:off x="1447801" y="1411615"/>
            <a:ext cx="9296400" cy="4034770"/>
          </a:xfrm>
          <a:prstGeom prst="rect">
            <a:avLst/>
          </a:prstGeom>
          <a:noFill/>
          <a:ln w="6350" cap="sq" cmpd="sng" algn="ctr">
            <a:solidFill>
              <a:schemeClr val="tx1">
                <a:lumMod val="75000"/>
                <a:lumOff val="25000"/>
              </a:schemeClr>
            </a:solidFill>
            <a:prstDash val="solid"/>
            <a:miter lim="800000"/>
          </a:ln>
          <a:effectLst/>
        </p:spPr>
      </p:sp>
      <p:sp>
        <p:nvSpPr>
          <p:cNvPr id="15" name="Rectangle 14"/>
          <p:cNvSpPr/>
          <p:nvPr/>
        </p:nvSpPr>
        <p:spPr>
          <a:xfrm>
            <a:off x="5135880" y="1267730"/>
            <a:ext cx="1920240" cy="7315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nvGrpSpPr>
          <p:cNvPr id="7" name="Group 6">
            <a:extLst>
              <a:ext uri="{FF2B5EF4-FFF2-40B4-BE49-F238E27FC236}">
                <a16:creationId xmlns:a16="http://schemas.microsoft.com/office/drawing/2014/main" id="{E26428D7-C6F3-473D-A360-A3F5C3E8728C}"/>
              </a:ext>
            </a:extLst>
          </p:cNvPr>
          <p:cNvGrpSpPr/>
          <p:nvPr/>
        </p:nvGrpSpPr>
        <p:grpSpPr>
          <a:xfrm>
            <a:off x="5250180" y="1267730"/>
            <a:ext cx="1691640" cy="615934"/>
            <a:chOff x="5250180" y="1267730"/>
            <a:chExt cx="1691640" cy="615934"/>
          </a:xfrm>
        </p:grpSpPr>
        <p:cxnSp>
          <p:nvCxnSpPr>
            <p:cNvPr id="17" name="Straight Connector 16"/>
            <p:cNvCxnSpPr/>
            <p:nvPr/>
          </p:nvCxnSpPr>
          <p:spPr>
            <a:xfrm>
              <a:off x="5250180" y="1267730"/>
              <a:ext cx="0" cy="612648"/>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6941820" y="1267730"/>
              <a:ext cx="0" cy="612648"/>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5250180" y="1883664"/>
              <a:ext cx="1691640" cy="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ctrTitle"/>
          </p:nvPr>
        </p:nvSpPr>
        <p:spPr>
          <a:xfrm>
            <a:off x="1629103" y="2244830"/>
            <a:ext cx="8933796" cy="2437232"/>
          </a:xfrm>
        </p:spPr>
        <p:txBody>
          <a:bodyPr tIns="45720" bIns="45720" anchor="ctr">
            <a:normAutofit/>
          </a:bodyPr>
          <a:lstStyle>
            <a:lvl1pPr algn="ctr">
              <a:lnSpc>
                <a:spcPct val="83000"/>
              </a:lnSpc>
              <a:defRPr lang="en-US" sz="6800" b="0" kern="1200" cap="all" spc="-100" baseline="0" dirty="0">
                <a:solidFill>
                  <a:schemeClr val="tx1">
                    <a:lumMod val="85000"/>
                    <a:lumOff val="15000"/>
                  </a:schemeClr>
                </a:solidFill>
                <a:effectLst/>
                <a:latin typeface="+mj-lt"/>
                <a:ea typeface="+mn-ea"/>
                <a:cs typeface="+mn-cs"/>
              </a:defRPr>
            </a:lvl1pPr>
          </a:lstStyle>
          <a:p>
            <a:r>
              <a:rPr lang="en-US"/>
              <a:t>Click to edit Master title style</a:t>
            </a:r>
            <a:endParaRPr lang="en-US" dirty="0"/>
          </a:p>
        </p:txBody>
      </p:sp>
      <p:sp>
        <p:nvSpPr>
          <p:cNvPr id="3" name="Subtitle 2"/>
          <p:cNvSpPr>
            <a:spLocks noGrp="1"/>
          </p:cNvSpPr>
          <p:nvPr>
            <p:ph type="subTitle" idx="1"/>
          </p:nvPr>
        </p:nvSpPr>
        <p:spPr>
          <a:xfrm>
            <a:off x="1629101" y="4682062"/>
            <a:ext cx="8936846" cy="457201"/>
          </a:xfrm>
        </p:spPr>
        <p:txBody>
          <a:bodyPr>
            <a:normAutofit/>
          </a:bodyPr>
          <a:lstStyle>
            <a:lvl1pPr marL="0" indent="0" algn="ctr">
              <a:spcBef>
                <a:spcPts val="0"/>
              </a:spcBef>
              <a:buNone/>
              <a:defRPr sz="1800" spc="80" baseline="0">
                <a:solidFill>
                  <a:schemeClr val="tx1">
                    <a:lumMod val="95000"/>
                    <a:lumOff val="5000"/>
                  </a:schemeClr>
                </a:solidFill>
              </a:defRPr>
            </a:lvl1pPr>
            <a:lvl2pPr marL="457200" indent="0" algn="ctr">
              <a:buNone/>
              <a:defRPr sz="1600"/>
            </a:lvl2pPr>
            <a:lvl3pPr marL="914400" indent="0" algn="ctr">
              <a:buNone/>
              <a:defRPr sz="16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20" name="Date Placeholder 19"/>
          <p:cNvSpPr>
            <a:spLocks noGrp="1"/>
          </p:cNvSpPr>
          <p:nvPr>
            <p:ph type="dt" sz="half" idx="10"/>
          </p:nvPr>
        </p:nvSpPr>
        <p:spPr>
          <a:xfrm>
            <a:off x="5318760" y="1341256"/>
            <a:ext cx="1554480" cy="485546"/>
          </a:xfrm>
        </p:spPr>
        <p:txBody>
          <a:bodyPr/>
          <a:lstStyle>
            <a:lvl1pPr algn="ctr">
              <a:defRPr sz="1300" spc="0" baseline="0">
                <a:solidFill>
                  <a:srgbClr val="FFFFFF"/>
                </a:solidFill>
                <a:latin typeface="+mn-lt"/>
              </a:defRPr>
            </a:lvl1pPr>
          </a:lstStyle>
          <a:p>
            <a:fld id="{EA0C0817-A112-4847-8014-A94B7D2A4EA3}" type="datetime1">
              <a:rPr lang="en-US" smtClean="0"/>
              <a:t>3/26/2025</a:t>
            </a:fld>
            <a:endParaRPr lang="en-US" dirty="0"/>
          </a:p>
        </p:txBody>
      </p:sp>
      <p:sp>
        <p:nvSpPr>
          <p:cNvPr id="21" name="Footer Placeholder 20"/>
          <p:cNvSpPr>
            <a:spLocks noGrp="1"/>
          </p:cNvSpPr>
          <p:nvPr>
            <p:ph type="ftr" sz="quarter" idx="11"/>
          </p:nvPr>
        </p:nvSpPr>
        <p:spPr>
          <a:xfrm>
            <a:off x="1629100" y="5177408"/>
            <a:ext cx="5730295" cy="228600"/>
          </a:xfrm>
        </p:spPr>
        <p:txBody>
          <a:bodyPr/>
          <a:lstStyle>
            <a:lvl1pPr algn="l">
              <a:defRPr>
                <a:solidFill>
                  <a:schemeClr val="tx1">
                    <a:lumMod val="85000"/>
                    <a:lumOff val="15000"/>
                  </a:schemeClr>
                </a:solidFill>
              </a:defRPr>
            </a:lvl1pPr>
          </a:lstStyle>
          <a:p>
            <a:endParaRPr lang="en-US" dirty="0"/>
          </a:p>
        </p:txBody>
      </p:sp>
      <p:sp>
        <p:nvSpPr>
          <p:cNvPr id="22" name="Slide Number Placeholder 21"/>
          <p:cNvSpPr>
            <a:spLocks noGrp="1"/>
          </p:cNvSpPr>
          <p:nvPr>
            <p:ph type="sldNum" sz="quarter" idx="12"/>
          </p:nvPr>
        </p:nvSpPr>
        <p:spPr>
          <a:xfrm>
            <a:off x="8606920" y="5177408"/>
            <a:ext cx="1955980" cy="228600"/>
          </a:xfrm>
        </p:spPr>
        <p:txBody>
          <a:bodyPr/>
          <a:lstStyle>
            <a:lvl1pPr>
              <a:defRPr>
                <a:solidFill>
                  <a:schemeClr val="tx1">
                    <a:lumMod val="85000"/>
                    <a:lumOff val="15000"/>
                  </a:schemeClr>
                </a:solidFill>
              </a:defRPr>
            </a:lvl1pPr>
          </a:lstStyle>
          <a:p>
            <a:fld id="{34B7E4EF-A1BD-40F4-AB7B-04F084DD991D}" type="slidenum">
              <a:rPr lang="en-US" smtClean="0"/>
              <a:t>‹#›</a:t>
            </a:fld>
            <a:endParaRPr lang="en-US" dirty="0"/>
          </a:p>
        </p:txBody>
      </p:sp>
    </p:spTree>
    <p:extLst>
      <p:ext uri="{BB962C8B-B14F-4D97-AF65-F5344CB8AC3E}">
        <p14:creationId xmlns:p14="http://schemas.microsoft.com/office/powerpoint/2010/main" val="11847017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332B432-ACDA-4023-A761-2BAB76577B62}" type="datetime1">
              <a:rPr lang="en-US" smtClean="0"/>
              <a:t>3/26/2025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4B7E4EF-A1BD-40F4-AB7B-04F084DD991D}" type="slidenum">
              <a:rPr lang="en-US" smtClean="0"/>
              <a:t>‹#›</a:t>
            </a:fld>
            <a:endParaRPr lang="en-US" dirty="0"/>
          </a:p>
        </p:txBody>
      </p:sp>
    </p:spTree>
    <p:extLst>
      <p:ext uri="{BB962C8B-B14F-4D97-AF65-F5344CB8AC3E}">
        <p14:creationId xmlns:p14="http://schemas.microsoft.com/office/powerpoint/2010/main" val="25758817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0A4A1889-E37C-4EC3-9E41-9DAD221CF389}"/>
              </a:ext>
            </a:extLst>
          </p:cNvPr>
          <p:cNvSpPr/>
          <p:nvPr/>
        </p:nvSpPr>
        <p:spPr>
          <a:xfrm>
            <a:off x="0" y="0"/>
            <a:ext cx="12192000"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useBgFill="1">
        <p:nvSpPr>
          <p:cNvPr id="23" name="Rectangle 22"/>
          <p:cNvSpPr/>
          <p:nvPr/>
        </p:nvSpPr>
        <p:spPr>
          <a:xfrm>
            <a:off x="1307870" y="1267730"/>
            <a:ext cx="9576262" cy="4307950"/>
          </a:xfrm>
          <a:prstGeom prst="rect">
            <a:avLst/>
          </a:prstGeom>
          <a:ln w="6350" cap="flat" cmpd="sng" algn="ctr">
            <a:noFill/>
            <a:prstDash val="solid"/>
          </a:ln>
          <a:effectLst>
            <a:outerShdw blurRad="50800" algn="ctr" rotWithShape="0">
              <a:prstClr val="black">
                <a:alpha val="66000"/>
              </a:prstClr>
            </a:outerShdw>
            <a:softEdge rad="0"/>
          </a:effectLst>
        </p:spPr>
      </p:sp>
      <p:sp>
        <p:nvSpPr>
          <p:cNvPr id="24" name="Rectangle 23"/>
          <p:cNvSpPr/>
          <p:nvPr/>
        </p:nvSpPr>
        <p:spPr>
          <a:xfrm>
            <a:off x="1447801" y="1411615"/>
            <a:ext cx="9296400" cy="4034770"/>
          </a:xfrm>
          <a:prstGeom prst="rect">
            <a:avLst/>
          </a:prstGeom>
          <a:noFill/>
          <a:ln w="6350" cap="sq" cmpd="sng" algn="ctr">
            <a:solidFill>
              <a:schemeClr val="tx1">
                <a:lumMod val="75000"/>
                <a:lumOff val="25000"/>
              </a:schemeClr>
            </a:solidFill>
            <a:prstDash val="solid"/>
            <a:miter lim="800000"/>
          </a:ln>
          <a:effectLst/>
        </p:spPr>
      </p:sp>
      <p:sp>
        <p:nvSpPr>
          <p:cNvPr id="30" name="Rectangle 29"/>
          <p:cNvSpPr/>
          <p:nvPr/>
        </p:nvSpPr>
        <p:spPr>
          <a:xfrm>
            <a:off x="5135880" y="1267730"/>
            <a:ext cx="1920240" cy="73152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629156" y="2275165"/>
            <a:ext cx="8933688" cy="2406895"/>
          </a:xfrm>
        </p:spPr>
        <p:txBody>
          <a:bodyPr anchor="ctr">
            <a:normAutofit/>
          </a:bodyPr>
          <a:lstStyle>
            <a:lvl1pPr algn="ctr">
              <a:lnSpc>
                <a:spcPct val="83000"/>
              </a:lnSpc>
              <a:defRPr lang="en-US" sz="6800" kern="1200" cap="all" spc="-100" baseline="0" dirty="0">
                <a:solidFill>
                  <a:schemeClr val="tx1">
                    <a:lumMod val="85000"/>
                    <a:lumOff val="15000"/>
                  </a:schemeClr>
                </a:solidFill>
                <a:effectLst/>
                <a:latin typeface="+mj-lt"/>
                <a:ea typeface="+mn-ea"/>
                <a:cs typeface="+mn-cs"/>
              </a:defRPr>
            </a:lvl1pPr>
          </a:lstStyle>
          <a:p>
            <a:r>
              <a:rPr lang="en-US"/>
              <a:t>Click to edit Master title style</a:t>
            </a:r>
            <a:endParaRPr lang="en-US" dirty="0"/>
          </a:p>
        </p:txBody>
      </p:sp>
      <p:grpSp>
        <p:nvGrpSpPr>
          <p:cNvPr id="16" name="Group 15">
            <a:extLst>
              <a:ext uri="{FF2B5EF4-FFF2-40B4-BE49-F238E27FC236}">
                <a16:creationId xmlns:a16="http://schemas.microsoft.com/office/drawing/2014/main" id="{1683EB04-C23E-490C-A1A6-030CF79D23C8}"/>
              </a:ext>
            </a:extLst>
          </p:cNvPr>
          <p:cNvGrpSpPr/>
          <p:nvPr/>
        </p:nvGrpSpPr>
        <p:grpSpPr>
          <a:xfrm>
            <a:off x="5250180" y="1267730"/>
            <a:ext cx="1691640" cy="615934"/>
            <a:chOff x="5250180" y="1267730"/>
            <a:chExt cx="1691640" cy="615934"/>
          </a:xfrm>
        </p:grpSpPr>
        <p:cxnSp>
          <p:nvCxnSpPr>
            <p:cNvPr id="17" name="Straight Connector 16">
              <a:extLst>
                <a:ext uri="{FF2B5EF4-FFF2-40B4-BE49-F238E27FC236}">
                  <a16:creationId xmlns:a16="http://schemas.microsoft.com/office/drawing/2014/main" id="{F8A84C03-E1CA-4A4E-81D6-9BB0C335B7A0}"/>
                </a:ext>
              </a:extLst>
            </p:cNvPr>
            <p:cNvCxnSpPr/>
            <p:nvPr/>
          </p:nvCxnSpPr>
          <p:spPr>
            <a:xfrm>
              <a:off x="5250180" y="1267730"/>
              <a:ext cx="0" cy="612648"/>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4A26FB5A-D5D1-4DAB-AC43-7F51A7F2D197}"/>
                </a:ext>
              </a:extLst>
            </p:cNvPr>
            <p:cNvCxnSpPr/>
            <p:nvPr/>
          </p:nvCxnSpPr>
          <p:spPr>
            <a:xfrm>
              <a:off x="6941820" y="1267730"/>
              <a:ext cx="0" cy="612648"/>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49303F14-E560-4C02-94F4-B4695FE26813}"/>
                </a:ext>
              </a:extLst>
            </p:cNvPr>
            <p:cNvCxnSpPr/>
            <p:nvPr/>
          </p:nvCxnSpPr>
          <p:spPr>
            <a:xfrm>
              <a:off x="5250180" y="1883664"/>
              <a:ext cx="1691640" cy="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grpSp>
      <p:sp>
        <p:nvSpPr>
          <p:cNvPr id="3" name="Text Placeholder 2"/>
          <p:cNvSpPr>
            <a:spLocks noGrp="1"/>
          </p:cNvSpPr>
          <p:nvPr>
            <p:ph type="body" idx="1"/>
          </p:nvPr>
        </p:nvSpPr>
        <p:spPr>
          <a:xfrm>
            <a:off x="1629156" y="4682062"/>
            <a:ext cx="8939784" cy="457200"/>
          </a:xfrm>
        </p:spPr>
        <p:txBody>
          <a:bodyPr anchor="t">
            <a:normAutofit/>
          </a:bodyPr>
          <a:lstStyle>
            <a:lvl1pPr marL="0" indent="0" algn="ctr">
              <a:buNone/>
              <a:tabLst>
                <a:tab pos="2633663" algn="l"/>
              </a:tabLst>
              <a:defRPr sz="1800">
                <a:solidFill>
                  <a:schemeClr val="tx1">
                    <a:lumMod val="95000"/>
                    <a:lumOff val="5000"/>
                  </a:schemeClr>
                </a:solidFill>
                <a:effectLst/>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5318760" y="1344502"/>
            <a:ext cx="1554480" cy="498781"/>
          </a:xfrm>
        </p:spPr>
        <p:txBody>
          <a:bodyPr/>
          <a:lstStyle>
            <a:lvl1pPr algn="ctr">
              <a:defRPr lang="en-US" sz="1300" kern="1200" spc="0" baseline="0">
                <a:solidFill>
                  <a:srgbClr val="FFFFFF"/>
                </a:solidFill>
                <a:latin typeface="+mn-lt"/>
                <a:ea typeface="+mn-ea"/>
                <a:cs typeface="+mn-cs"/>
              </a:defRPr>
            </a:lvl1pPr>
          </a:lstStyle>
          <a:p>
            <a:fld id="{D9C646AA-F36E-4540-911D-FFFC0A0EF24A}" type="datetime1">
              <a:rPr lang="en-US" smtClean="0"/>
              <a:t>3/26/2025</a:t>
            </a:fld>
            <a:endParaRPr lang="en-US" dirty="0"/>
          </a:p>
        </p:txBody>
      </p:sp>
      <p:sp>
        <p:nvSpPr>
          <p:cNvPr id="5" name="Footer Placeholder 4"/>
          <p:cNvSpPr>
            <a:spLocks noGrp="1"/>
          </p:cNvSpPr>
          <p:nvPr>
            <p:ph type="ftr" sz="quarter" idx="11"/>
          </p:nvPr>
        </p:nvSpPr>
        <p:spPr>
          <a:xfrm>
            <a:off x="1629157" y="5177408"/>
            <a:ext cx="5660134" cy="228600"/>
          </a:xfrm>
        </p:spPr>
        <p:txBody>
          <a:bodyPr/>
          <a:lstStyle>
            <a:lvl1pPr algn="l">
              <a:defRPr>
                <a:solidFill>
                  <a:schemeClr val="tx1">
                    <a:lumMod val="85000"/>
                    <a:lumOff val="15000"/>
                  </a:schemeClr>
                </a:solidFill>
              </a:defRPr>
            </a:lvl1pPr>
          </a:lstStyle>
          <a:p>
            <a:endParaRPr lang="en-US" dirty="0"/>
          </a:p>
        </p:txBody>
      </p:sp>
      <p:sp>
        <p:nvSpPr>
          <p:cNvPr id="6" name="Slide Number Placeholder 5"/>
          <p:cNvSpPr>
            <a:spLocks noGrp="1"/>
          </p:cNvSpPr>
          <p:nvPr>
            <p:ph type="sldNum" sz="quarter" idx="12"/>
          </p:nvPr>
        </p:nvSpPr>
        <p:spPr>
          <a:xfrm>
            <a:off x="8604504" y="5177408"/>
            <a:ext cx="1958339" cy="228600"/>
          </a:xfrm>
        </p:spPr>
        <p:txBody>
          <a:bodyPr/>
          <a:lstStyle>
            <a:lvl1pPr>
              <a:defRPr>
                <a:solidFill>
                  <a:schemeClr val="tx1">
                    <a:lumMod val="85000"/>
                    <a:lumOff val="15000"/>
                  </a:schemeClr>
                </a:solidFill>
              </a:defRPr>
            </a:lvl1pPr>
          </a:lstStyle>
          <a:p>
            <a:fld id="{34B7E4EF-A1BD-40F4-AB7B-04F084DD991D}" type="slidenum">
              <a:rPr lang="en-US" smtClean="0"/>
              <a:t>‹#›</a:t>
            </a:fld>
            <a:endParaRPr lang="en-US" dirty="0"/>
          </a:p>
        </p:txBody>
      </p:sp>
    </p:spTree>
    <p:extLst>
      <p:ext uri="{BB962C8B-B14F-4D97-AF65-F5344CB8AC3E}">
        <p14:creationId xmlns:p14="http://schemas.microsoft.com/office/powerpoint/2010/main" val="21697321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66800" y="2103120"/>
            <a:ext cx="466344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61760" y="2103120"/>
            <a:ext cx="466344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9186D26-FA5F-4637-B602-B7C2DC34CFD4}" type="datetime1">
              <a:rPr lang="en-US" smtClean="0"/>
              <a:t>3/26/2025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4B7E4EF-A1BD-40F4-AB7B-04F084DD991D}" type="slidenum">
              <a:rPr lang="en-US" smtClean="0"/>
              <a:t>‹#›</a:t>
            </a:fld>
            <a:endParaRPr lang="en-US" dirty="0"/>
          </a:p>
        </p:txBody>
      </p:sp>
    </p:spTree>
    <p:extLst>
      <p:ext uri="{BB962C8B-B14F-4D97-AF65-F5344CB8AC3E}">
        <p14:creationId xmlns:p14="http://schemas.microsoft.com/office/powerpoint/2010/main" val="35005825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69848" y="2074334"/>
            <a:ext cx="4663440" cy="640080"/>
          </a:xfrm>
        </p:spPr>
        <p:txBody>
          <a:bodyPr anchor="ctr">
            <a:normAutofit/>
          </a:bodyPr>
          <a:lstStyle>
            <a:lvl1pPr marL="0" indent="0" algn="l">
              <a:spcBef>
                <a:spcPts val="0"/>
              </a:spcBef>
              <a:buNone/>
              <a:defRPr sz="1900" b="1" i="0">
                <a:solidFill>
                  <a:schemeClr val="tx1"/>
                </a:solidFill>
                <a:latin typeface="+mn-lt"/>
              </a:defRPr>
            </a:lvl1pPr>
            <a:lvl2pPr marL="457200" indent="0">
              <a:buNone/>
              <a:defRPr sz="18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69848" y="2792472"/>
            <a:ext cx="4663440" cy="3163825"/>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58712" y="2074334"/>
            <a:ext cx="4663440" cy="640080"/>
          </a:xfrm>
        </p:spPr>
        <p:txBody>
          <a:bodyPr anchor="ctr">
            <a:normAutofit/>
          </a:bodyPr>
          <a:lstStyle>
            <a:lvl1pPr marL="0" indent="0" algn="l">
              <a:spcBef>
                <a:spcPts val="0"/>
              </a:spcBef>
              <a:buNone/>
              <a:defRPr sz="1900" b="1">
                <a:solidFill>
                  <a:schemeClr val="tx1"/>
                </a:solidFill>
              </a:defRPr>
            </a:lvl1pPr>
            <a:lvl2pPr marL="457200" indent="0">
              <a:buNone/>
              <a:defRPr sz="18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58712" y="2792471"/>
            <a:ext cx="4663440" cy="3164509"/>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A7F15D8-96D1-4781-BC50-CA8A088B2FE4}" type="datetime1">
              <a:rPr lang="en-US" smtClean="0"/>
              <a:t>3/26/2025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4B7E4EF-A1BD-40F4-AB7B-04F084DD991D}" type="slidenum">
              <a:rPr lang="en-US" smtClean="0"/>
              <a:t>‹#›</a:t>
            </a:fld>
            <a:endParaRPr lang="en-US" dirty="0"/>
          </a:p>
        </p:txBody>
      </p:sp>
    </p:spTree>
    <p:extLst>
      <p:ext uri="{BB962C8B-B14F-4D97-AF65-F5344CB8AC3E}">
        <p14:creationId xmlns:p14="http://schemas.microsoft.com/office/powerpoint/2010/main" val="10207325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9A96C99-B8F8-4528-BD05-0E16E943DC09}" type="datetime1">
              <a:rPr lang="en-US" smtClean="0"/>
              <a:t>3/26/2025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4B7E4EF-A1BD-40F4-AB7B-04F084DD991D}" type="slidenum">
              <a:rPr lang="en-US" smtClean="0"/>
              <a:t>‹#›</a:t>
            </a:fld>
            <a:endParaRPr lang="en-US" dirty="0"/>
          </a:p>
        </p:txBody>
      </p:sp>
    </p:spTree>
    <p:extLst>
      <p:ext uri="{BB962C8B-B14F-4D97-AF65-F5344CB8AC3E}">
        <p14:creationId xmlns:p14="http://schemas.microsoft.com/office/powerpoint/2010/main" val="10735875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3636942-C211-4B28-8DBD-C953E00AF71B}" type="datetime1">
              <a:rPr lang="en-US" smtClean="0"/>
              <a:t>3/26/2025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4B7E4EF-A1BD-40F4-AB7B-04F084DD991D}" type="slidenum">
              <a:rPr lang="en-US" smtClean="0"/>
              <a:t>‹#›</a:t>
            </a:fld>
            <a:endParaRPr lang="en-US" dirty="0"/>
          </a:p>
        </p:txBody>
      </p:sp>
    </p:spTree>
    <p:extLst>
      <p:ext uri="{BB962C8B-B14F-4D97-AF65-F5344CB8AC3E}">
        <p14:creationId xmlns:p14="http://schemas.microsoft.com/office/powerpoint/2010/main" val="23753279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D5E1BBF9-8BEF-4353-BA68-30AAF9EBD8D8}"/>
              </a:ext>
            </a:extLst>
          </p:cNvPr>
          <p:cNvSpPr/>
          <p:nvPr/>
        </p:nvSpPr>
        <p:spPr>
          <a:xfrm>
            <a:off x="8119870" y="237744"/>
            <a:ext cx="3826596" cy="6382512"/>
          </a:xfrm>
          <a:prstGeom prst="rect">
            <a:avLst/>
          </a:prstGeom>
          <a:solidFill>
            <a:schemeClr val="bg1">
              <a:lumMod val="85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Rectangle 12">
            <a:extLst>
              <a:ext uri="{FF2B5EF4-FFF2-40B4-BE49-F238E27FC236}">
                <a16:creationId xmlns:a16="http://schemas.microsoft.com/office/drawing/2014/main" id="{5B941C21-2A5D-4912-AB06-1BB0C0EB6AE1}"/>
              </a:ext>
            </a:extLst>
          </p:cNvPr>
          <p:cNvSpPr/>
          <p:nvPr/>
        </p:nvSpPr>
        <p:spPr>
          <a:xfrm>
            <a:off x="8254660" y="374904"/>
            <a:ext cx="3557016" cy="6108192"/>
          </a:xfrm>
          <a:prstGeom prst="rect">
            <a:avLst/>
          </a:prstGeom>
          <a:noFill/>
          <a:ln w="6350" cap="sq">
            <a:solidFill>
              <a:schemeClr val="tx1">
                <a:lumMod val="75000"/>
                <a:lumOff val="25000"/>
              </a:schemeClr>
            </a:solidFill>
            <a:miter lim="800000"/>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458200" y="607392"/>
            <a:ext cx="3161963" cy="1645920"/>
          </a:xfrm>
        </p:spPr>
        <p:txBody>
          <a:bodyPr anchor="b">
            <a:normAutofit/>
          </a:bodyPr>
          <a:lstStyle>
            <a:lvl1pPr algn="l" defTabSz="914400" rtl="0" eaLnBrk="1" latinLnBrk="0" hangingPunct="1">
              <a:lnSpc>
                <a:spcPct val="100000"/>
              </a:lnSpc>
              <a:spcBef>
                <a:spcPct val="0"/>
              </a:spcBef>
              <a:buNone/>
              <a:defRPr lang="en-US" sz="3200" b="0" kern="1200" cap="none" spc="0" baseline="0" dirty="0">
                <a:solidFill>
                  <a:schemeClr val="tx1"/>
                </a:solidFill>
                <a:effectLst/>
                <a:latin typeface="+mj-lt"/>
                <a:ea typeface="+mn-ea"/>
                <a:cs typeface="+mn-cs"/>
              </a:defRPr>
            </a:lvl1pPr>
          </a:lstStyle>
          <a:p>
            <a:r>
              <a:rPr lang="en-US"/>
              <a:t>Click to edit Master title style</a:t>
            </a:r>
            <a:endParaRPr lang="en-US" dirty="0"/>
          </a:p>
        </p:txBody>
      </p:sp>
      <p:sp>
        <p:nvSpPr>
          <p:cNvPr id="3" name="Content Placeholder 2"/>
          <p:cNvSpPr>
            <a:spLocks noGrp="1"/>
          </p:cNvSpPr>
          <p:nvPr>
            <p:ph idx="1"/>
          </p:nvPr>
        </p:nvSpPr>
        <p:spPr>
          <a:xfrm>
            <a:off x="685800" y="609600"/>
            <a:ext cx="6858000" cy="5334000"/>
          </a:xfrm>
        </p:spPr>
        <p:txBody>
          <a:bodyPr/>
          <a:lstStyle>
            <a:lvl1pPr>
              <a:defRPr sz="19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458200" y="2336800"/>
            <a:ext cx="3161963" cy="3606800"/>
          </a:xfrm>
        </p:spPr>
        <p:txBody>
          <a:bodyPr>
            <a:normAutofit/>
          </a:bodyPr>
          <a:lstStyle>
            <a:lvl1pPr marL="0" indent="0">
              <a:lnSpc>
                <a:spcPct val="110000"/>
              </a:lnSpc>
              <a:spcBef>
                <a:spcPts val="800"/>
              </a:spcBef>
              <a:buNone/>
              <a:defRPr sz="1800">
                <a:solidFill>
                  <a:schemeClr val="tx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p:cNvSpPr>
            <a:spLocks noGrp="1"/>
          </p:cNvSpPr>
          <p:nvPr>
            <p:ph type="dt" sz="half" idx="10"/>
          </p:nvPr>
        </p:nvSpPr>
        <p:spPr>
          <a:xfrm>
            <a:off x="5588000" y="6035040"/>
            <a:ext cx="1955800" cy="365760"/>
          </a:xfrm>
        </p:spPr>
        <p:txBody>
          <a:bodyPr/>
          <a:lstStyle>
            <a:lvl1pPr>
              <a:defRPr>
                <a:solidFill>
                  <a:schemeClr val="tx1">
                    <a:lumMod val="85000"/>
                    <a:lumOff val="15000"/>
                  </a:schemeClr>
                </a:solidFill>
              </a:defRPr>
            </a:lvl1pPr>
          </a:lstStyle>
          <a:p>
            <a:fld id="{7E8D12A6-918A-48BD-8CB9-CA713993B0EA}" type="datetime1">
              <a:rPr lang="en-US" smtClean="0"/>
              <a:t>3/26/2025</a:t>
            </a:fld>
            <a:endParaRPr lang="en-US" dirty="0"/>
          </a:p>
        </p:txBody>
      </p:sp>
      <p:sp>
        <p:nvSpPr>
          <p:cNvPr id="9" name="Footer Placeholder 8"/>
          <p:cNvSpPr>
            <a:spLocks noGrp="1"/>
          </p:cNvSpPr>
          <p:nvPr>
            <p:ph type="ftr" sz="quarter" idx="11"/>
          </p:nvPr>
        </p:nvSpPr>
        <p:spPr>
          <a:xfrm>
            <a:off x="685801" y="6035040"/>
            <a:ext cx="4584700" cy="365760"/>
          </a:xfrm>
        </p:spPr>
        <p:txBody>
          <a:bodyPr/>
          <a:lstStyle>
            <a:lvl1pPr algn="l">
              <a:defRPr/>
            </a:lvl1pPr>
          </a:lstStyle>
          <a:p>
            <a:endParaRPr lang="en-US" dirty="0"/>
          </a:p>
        </p:txBody>
      </p:sp>
      <p:sp>
        <p:nvSpPr>
          <p:cNvPr id="11" name="Slide Number Placeholder 10"/>
          <p:cNvSpPr>
            <a:spLocks noGrp="1"/>
          </p:cNvSpPr>
          <p:nvPr>
            <p:ph type="sldNum" sz="quarter" idx="12"/>
          </p:nvPr>
        </p:nvSpPr>
        <p:spPr>
          <a:xfrm>
            <a:off x="10396728" y="6035040"/>
            <a:ext cx="1223435" cy="365760"/>
          </a:xfrm>
        </p:spPr>
        <p:txBody>
          <a:bodyPr/>
          <a:lstStyle>
            <a:lvl1pPr>
              <a:defRPr>
                <a:solidFill>
                  <a:schemeClr val="tx1">
                    <a:lumMod val="85000"/>
                    <a:lumOff val="15000"/>
                  </a:schemeClr>
                </a:solidFill>
              </a:defRPr>
            </a:lvl1pPr>
          </a:lstStyle>
          <a:p>
            <a:fld id="{34B7E4EF-A1BD-40F4-AB7B-04F084DD991D}" type="slidenum">
              <a:rPr lang="en-US" smtClean="0"/>
              <a:t>‹#›</a:t>
            </a:fld>
            <a:endParaRPr lang="en-US" dirty="0"/>
          </a:p>
        </p:txBody>
      </p:sp>
    </p:spTree>
    <p:extLst>
      <p:ext uri="{BB962C8B-B14F-4D97-AF65-F5344CB8AC3E}">
        <p14:creationId xmlns:p14="http://schemas.microsoft.com/office/powerpoint/2010/main" val="24321606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687CA98-D9C7-497F-A1DA-7D22F8753BCE}"/>
              </a:ext>
            </a:extLst>
          </p:cNvPr>
          <p:cNvSpPr/>
          <p:nvPr/>
        </p:nvSpPr>
        <p:spPr>
          <a:xfrm>
            <a:off x="8119870" y="237744"/>
            <a:ext cx="3826596" cy="6382512"/>
          </a:xfrm>
          <a:prstGeom prst="rect">
            <a:avLst/>
          </a:prstGeom>
          <a:solidFill>
            <a:schemeClr val="bg1">
              <a:lumMod val="85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Picture Placeholder 2"/>
          <p:cNvSpPr>
            <a:spLocks noGrp="1" noChangeAspect="1"/>
          </p:cNvSpPr>
          <p:nvPr>
            <p:ph type="pic" idx="1"/>
          </p:nvPr>
        </p:nvSpPr>
        <p:spPr>
          <a:xfrm>
            <a:off x="228599" y="237744"/>
            <a:ext cx="7696201" cy="6382512"/>
          </a:xfrm>
          <a:solidFill>
            <a:schemeClr val="accent1">
              <a:lumMod val="60000"/>
              <a:lumOff val="40000"/>
            </a:schemeClr>
          </a:solidFill>
          <a:ln>
            <a:noFill/>
          </a:ln>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5" name="Date Placeholder 4"/>
          <p:cNvSpPr>
            <a:spLocks noGrp="1"/>
          </p:cNvSpPr>
          <p:nvPr>
            <p:ph type="dt" sz="half" idx="10"/>
          </p:nvPr>
        </p:nvSpPr>
        <p:spPr>
          <a:xfrm>
            <a:off x="5662337" y="6035040"/>
            <a:ext cx="2071963" cy="365760"/>
          </a:xfrm>
        </p:spPr>
        <p:txBody>
          <a:bodyPr/>
          <a:lstStyle>
            <a:lvl1pPr>
              <a:defRPr b="1">
                <a:solidFill>
                  <a:srgbClr val="FFFFFF"/>
                </a:solidFill>
                <a:effectLst>
                  <a:outerShdw blurRad="19050" dist="6350" dir="2700000" algn="tl" rotWithShape="0">
                    <a:prstClr val="black">
                      <a:alpha val="40000"/>
                    </a:prstClr>
                  </a:outerShdw>
                </a:effectLst>
              </a:defRPr>
            </a:lvl1pPr>
          </a:lstStyle>
          <a:p>
            <a:fld id="{E778CE86-875F-4587-BCF6-FA054AFC0D53}" type="datetime1">
              <a:rPr lang="en-US" smtClean="0"/>
              <a:pPr/>
              <a:t>3/26/2025</a:t>
            </a:fld>
            <a:endParaRPr lang="en-US" dirty="0"/>
          </a:p>
        </p:txBody>
      </p:sp>
      <p:sp>
        <p:nvSpPr>
          <p:cNvPr id="6" name="Footer Placeholder 5"/>
          <p:cNvSpPr>
            <a:spLocks noGrp="1"/>
          </p:cNvSpPr>
          <p:nvPr>
            <p:ph type="ftr" sz="quarter" idx="11"/>
          </p:nvPr>
        </p:nvSpPr>
        <p:spPr>
          <a:xfrm>
            <a:off x="612648" y="6035040"/>
            <a:ext cx="4588002" cy="365760"/>
          </a:xfrm>
        </p:spPr>
        <p:txBody>
          <a:bodyPr/>
          <a:lstStyle>
            <a:lvl1pPr marL="0" algn="r" defTabSz="914400" rtl="0" eaLnBrk="1" latinLnBrk="0" hangingPunct="1">
              <a:defRPr lang="en-US" sz="1000" b="1" kern="1200" dirty="0">
                <a:solidFill>
                  <a:srgbClr val="FFFFFF"/>
                </a:solidFill>
                <a:effectLst>
                  <a:outerShdw blurRad="19050" dist="6350" dir="2700000" algn="tl" rotWithShape="0">
                    <a:prstClr val="black">
                      <a:alpha val="40000"/>
                    </a:prstClr>
                  </a:outerShdw>
                </a:effectLst>
                <a:latin typeface="+mn-lt"/>
                <a:ea typeface="+mn-ea"/>
                <a:cs typeface="+mn-cs"/>
              </a:defRPr>
            </a:lvl1pPr>
          </a:lstStyle>
          <a:p>
            <a:pPr algn="l"/>
            <a:endParaRPr lang="en-US" dirty="0"/>
          </a:p>
        </p:txBody>
      </p:sp>
      <p:sp>
        <p:nvSpPr>
          <p:cNvPr id="7" name="Slide Number Placeholder 6"/>
          <p:cNvSpPr>
            <a:spLocks noGrp="1"/>
          </p:cNvSpPr>
          <p:nvPr>
            <p:ph type="sldNum" sz="quarter" idx="12"/>
          </p:nvPr>
        </p:nvSpPr>
        <p:spPr>
          <a:xfrm>
            <a:off x="10396728" y="6035040"/>
            <a:ext cx="1225296" cy="365760"/>
          </a:xfrm>
        </p:spPr>
        <p:txBody>
          <a:bodyPr/>
          <a:lstStyle/>
          <a:p>
            <a:fld id="{34B7E4EF-A1BD-40F4-AB7B-04F084DD991D}" type="slidenum">
              <a:rPr lang="en-US" smtClean="0"/>
              <a:t>‹#›</a:t>
            </a:fld>
            <a:endParaRPr lang="en-US" dirty="0"/>
          </a:p>
        </p:txBody>
      </p:sp>
      <p:sp>
        <p:nvSpPr>
          <p:cNvPr id="12" name="Rectangle 11">
            <a:extLst>
              <a:ext uri="{FF2B5EF4-FFF2-40B4-BE49-F238E27FC236}">
                <a16:creationId xmlns:a16="http://schemas.microsoft.com/office/drawing/2014/main" id="{F8B3D8CC-BB13-41A5-8F34-B8E84A4F9534}"/>
              </a:ext>
            </a:extLst>
          </p:cNvPr>
          <p:cNvSpPr/>
          <p:nvPr/>
        </p:nvSpPr>
        <p:spPr>
          <a:xfrm>
            <a:off x="8254660" y="374904"/>
            <a:ext cx="3557016" cy="6108192"/>
          </a:xfrm>
          <a:prstGeom prst="rect">
            <a:avLst/>
          </a:prstGeom>
          <a:noFill/>
          <a:ln w="6350" cap="sq">
            <a:solidFill>
              <a:schemeClr val="tx1">
                <a:lumMod val="75000"/>
                <a:lumOff val="25000"/>
              </a:schemeClr>
            </a:solidFill>
            <a:miter lim="800000"/>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477250" y="603504"/>
            <a:ext cx="3144774" cy="1645920"/>
          </a:xfrm>
        </p:spPr>
        <p:txBody>
          <a:bodyPr anchor="b">
            <a:noAutofit/>
          </a:bodyPr>
          <a:lstStyle>
            <a:lvl1pPr algn="l">
              <a:lnSpc>
                <a:spcPct val="100000"/>
              </a:lnSpc>
              <a:defRPr sz="3200" b="0">
                <a:solidFill>
                  <a:schemeClr val="tx1"/>
                </a:solidFill>
                <a:latin typeface="+mj-lt"/>
              </a:defRPr>
            </a:lvl1pPr>
          </a:lstStyle>
          <a:p>
            <a:r>
              <a:rPr lang="en-US"/>
              <a:t>Click to edit Master title style</a:t>
            </a:r>
            <a:endParaRPr lang="en-US" dirty="0"/>
          </a:p>
        </p:txBody>
      </p:sp>
      <p:sp>
        <p:nvSpPr>
          <p:cNvPr id="4" name="Text Placeholder 3"/>
          <p:cNvSpPr>
            <a:spLocks noGrp="1"/>
          </p:cNvSpPr>
          <p:nvPr>
            <p:ph type="body" sz="half" idx="2"/>
          </p:nvPr>
        </p:nvSpPr>
        <p:spPr>
          <a:xfrm>
            <a:off x="8477250" y="2386584"/>
            <a:ext cx="3144774" cy="3511296"/>
          </a:xfrm>
        </p:spPr>
        <p:txBody>
          <a:bodyPr>
            <a:normAutofit/>
          </a:bodyPr>
          <a:lstStyle>
            <a:lvl1pPr marL="0" indent="0" algn="l">
              <a:lnSpc>
                <a:spcPct val="110000"/>
              </a:lnSpc>
              <a:spcBef>
                <a:spcPts val="800"/>
              </a:spcBef>
              <a:buNone/>
              <a:defRPr sz="1800">
                <a:solidFill>
                  <a:schemeClr val="tx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20991036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E94681D-2A4C-4A8D-B9B5-31D440D0328D}"/>
              </a:ext>
            </a:extLst>
          </p:cNvPr>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p:cNvSpPr/>
          <p:nvPr/>
        </p:nvSpPr>
        <p:spPr>
          <a:xfrm>
            <a:off x="234696" y="237744"/>
            <a:ext cx="11722608" cy="6382512"/>
          </a:xfrm>
          <a:prstGeom prst="rect">
            <a:avLst/>
          </a:prstGeom>
          <a:solidFill>
            <a:schemeClr val="bg1">
              <a:lumMod val="75000"/>
              <a:alpha val="60000"/>
            </a:schemeClr>
          </a:solidFill>
          <a:ln w="6350" cap="flat" cmpd="sng" algn="ctr">
            <a:noFill/>
            <a:prstDash val="solid"/>
          </a:ln>
          <a:effectLst>
            <a:softEdge rad="0"/>
          </a:effectLst>
        </p:spPr>
      </p:sp>
      <p:sp>
        <p:nvSpPr>
          <p:cNvPr id="8" name="Rectangle 7"/>
          <p:cNvSpPr/>
          <p:nvPr/>
        </p:nvSpPr>
        <p:spPr>
          <a:xfrm>
            <a:off x="371856" y="374904"/>
            <a:ext cx="11448288" cy="6108192"/>
          </a:xfrm>
          <a:prstGeom prst="rect">
            <a:avLst/>
          </a:prstGeom>
          <a:noFill/>
          <a:ln w="6350" cap="sq" cmpd="sng" algn="ctr">
            <a:solidFill>
              <a:schemeClr val="tx1">
                <a:lumMod val="85000"/>
                <a:lumOff val="15000"/>
              </a:schemeClr>
            </a:solidFill>
            <a:prstDash val="solid"/>
            <a:miter lim="800000"/>
          </a:ln>
          <a:effectLst/>
        </p:spPr>
      </p:sp>
      <p:sp>
        <p:nvSpPr>
          <p:cNvPr id="2" name="Title Placeholder 1"/>
          <p:cNvSpPr>
            <a:spLocks noGrp="1"/>
          </p:cNvSpPr>
          <p:nvPr>
            <p:ph type="title"/>
          </p:nvPr>
        </p:nvSpPr>
        <p:spPr>
          <a:xfrm>
            <a:off x="1066800" y="642594"/>
            <a:ext cx="10058400" cy="13716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66800" y="2103120"/>
            <a:ext cx="10058400" cy="384962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56794" y="6035040"/>
            <a:ext cx="2893045" cy="365760"/>
          </a:xfrm>
          <a:prstGeom prst="rect">
            <a:avLst/>
          </a:prstGeom>
        </p:spPr>
        <p:txBody>
          <a:bodyPr vert="horz" lIns="91440" tIns="45720" rIns="91440" bIns="45720" rtlCol="0" anchor="b"/>
          <a:lstStyle>
            <a:lvl1pPr algn="r">
              <a:defRPr sz="800">
                <a:solidFill>
                  <a:schemeClr val="tx1">
                    <a:lumMod val="75000"/>
                    <a:lumOff val="25000"/>
                  </a:schemeClr>
                </a:solidFill>
              </a:defRPr>
            </a:lvl1pPr>
          </a:lstStyle>
          <a:p>
            <a:fld id="{F6FA2B21-3FCD-4721-B95C-427943F61125}" type="datetime1">
              <a:rPr lang="en-US" smtClean="0"/>
              <a:t>3/26/2025</a:t>
            </a:fld>
            <a:endParaRPr lang="en-US" dirty="0"/>
          </a:p>
        </p:txBody>
      </p:sp>
      <p:sp>
        <p:nvSpPr>
          <p:cNvPr id="5" name="Footer Placeholder 4"/>
          <p:cNvSpPr>
            <a:spLocks noGrp="1"/>
          </p:cNvSpPr>
          <p:nvPr>
            <p:ph type="ftr" sz="quarter" idx="3"/>
          </p:nvPr>
        </p:nvSpPr>
        <p:spPr>
          <a:xfrm>
            <a:off x="1066800" y="6035040"/>
            <a:ext cx="5816600" cy="365760"/>
          </a:xfrm>
          <a:prstGeom prst="rect">
            <a:avLst/>
          </a:prstGeom>
        </p:spPr>
        <p:txBody>
          <a:bodyPr vert="horz" lIns="91440" tIns="45720" rIns="91440" bIns="45720" rtlCol="0" anchor="b"/>
          <a:lstStyle>
            <a:lvl1pPr algn="l">
              <a:defRPr sz="800">
                <a:solidFill>
                  <a:schemeClr val="tx1">
                    <a:lumMod val="85000"/>
                    <a:lumOff val="15000"/>
                  </a:schemeClr>
                </a:solidFill>
              </a:defRPr>
            </a:lvl1pPr>
          </a:lstStyle>
          <a:p>
            <a:endParaRPr lang="en-US" dirty="0"/>
          </a:p>
        </p:txBody>
      </p:sp>
      <p:sp>
        <p:nvSpPr>
          <p:cNvPr id="6" name="Slide Number Placeholder 5"/>
          <p:cNvSpPr>
            <a:spLocks noGrp="1"/>
          </p:cNvSpPr>
          <p:nvPr>
            <p:ph type="sldNum" sz="quarter" idx="4"/>
          </p:nvPr>
        </p:nvSpPr>
        <p:spPr>
          <a:xfrm>
            <a:off x="10287000" y="6035040"/>
            <a:ext cx="838200" cy="365760"/>
          </a:xfrm>
          <a:prstGeom prst="rect">
            <a:avLst/>
          </a:prstGeom>
        </p:spPr>
        <p:txBody>
          <a:bodyPr vert="horz" lIns="91440" tIns="45720" rIns="91440" bIns="45720" rtlCol="0" anchor="b"/>
          <a:lstStyle>
            <a:lvl1pPr algn="r">
              <a:defRPr sz="800">
                <a:solidFill>
                  <a:schemeClr val="tx1">
                    <a:lumMod val="75000"/>
                    <a:lumOff val="25000"/>
                  </a:schemeClr>
                </a:solidFill>
              </a:defRPr>
            </a:lvl1pPr>
          </a:lstStyle>
          <a:p>
            <a:fld id="{34B7E4EF-A1BD-40F4-AB7B-04F084DD991D}" type="slidenum">
              <a:rPr lang="en-US" smtClean="0"/>
              <a:t>‹#›</a:t>
            </a:fld>
            <a:endParaRPr lang="en-US" dirty="0"/>
          </a:p>
        </p:txBody>
      </p:sp>
    </p:spTree>
    <p:extLst>
      <p:ext uri="{BB962C8B-B14F-4D97-AF65-F5344CB8AC3E}">
        <p14:creationId xmlns:p14="http://schemas.microsoft.com/office/powerpoint/2010/main" val="27209014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Lst>
  <p:hf sldNum="0" hdr="0" ftr="0" dt="0"/>
  <p:txStyles>
    <p:titleStyle>
      <a:lvl1pPr algn="l" defTabSz="914400" rtl="0" eaLnBrk="1" latinLnBrk="0" hangingPunct="1">
        <a:lnSpc>
          <a:spcPct val="90000"/>
        </a:lnSpc>
        <a:spcBef>
          <a:spcPct val="0"/>
        </a:spcBef>
        <a:buNone/>
        <a:defRPr lang="en-US" sz="4000" i="0" kern="1200" cap="none" spc="0" baseline="0" dirty="0">
          <a:solidFill>
            <a:schemeClr val="tx1">
              <a:lumMod val="85000"/>
              <a:lumOff val="15000"/>
            </a:schemeClr>
          </a:solidFill>
          <a:effectLst/>
          <a:latin typeface="+mj-lt"/>
          <a:ea typeface="+mn-ea"/>
          <a:cs typeface="+mn-cs"/>
        </a:defRPr>
      </a:lvl1pPr>
    </p:titleStyle>
    <p:bodyStyle>
      <a:lvl1pPr marL="182880" indent="-182880" algn="l" defTabSz="914400" rtl="0" eaLnBrk="1" latinLnBrk="0" hangingPunct="1">
        <a:lnSpc>
          <a:spcPct val="110000"/>
        </a:lnSpc>
        <a:spcBef>
          <a:spcPts val="900"/>
        </a:spcBef>
        <a:spcAft>
          <a:spcPts val="0"/>
        </a:spcAft>
        <a:buClr>
          <a:schemeClr val="tx1">
            <a:lumMod val="85000"/>
            <a:lumOff val="15000"/>
          </a:schemeClr>
        </a:buClr>
        <a:buFont typeface="Garamond" pitchFamily="18" charset="0"/>
        <a:buChar char="◦"/>
        <a:defRPr sz="1500" kern="1200">
          <a:solidFill>
            <a:schemeClr val="tx1"/>
          </a:solidFill>
          <a:latin typeface="+mn-lt"/>
          <a:ea typeface="+mn-ea"/>
          <a:cs typeface="+mn-cs"/>
        </a:defRPr>
      </a:lvl1pPr>
      <a:lvl2pPr marL="45720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300" kern="1200">
          <a:solidFill>
            <a:schemeClr val="tx1"/>
          </a:solidFill>
          <a:latin typeface="+mn-lt"/>
          <a:ea typeface="+mn-ea"/>
          <a:cs typeface="+mn-cs"/>
        </a:defRPr>
      </a:lvl2pPr>
      <a:lvl3pPr marL="73152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200" kern="1200">
          <a:solidFill>
            <a:schemeClr val="tx1"/>
          </a:solidFill>
          <a:latin typeface="+mn-lt"/>
          <a:ea typeface="+mn-ea"/>
          <a:cs typeface="+mn-cs"/>
        </a:defRPr>
      </a:lvl3pPr>
      <a:lvl4pPr marL="100584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200" kern="1200">
          <a:solidFill>
            <a:schemeClr val="tx1"/>
          </a:solidFill>
          <a:latin typeface="+mn-lt"/>
          <a:ea typeface="+mn-ea"/>
          <a:cs typeface="+mn-cs"/>
        </a:defRPr>
      </a:lvl4pPr>
      <a:lvl5pPr marL="128016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200" kern="1200">
          <a:solidFill>
            <a:schemeClr val="tx1"/>
          </a:solidFill>
          <a:latin typeface="+mn-lt"/>
          <a:ea typeface="+mn-ea"/>
          <a:cs typeface="+mn-cs"/>
        </a:defRPr>
      </a:lvl5pPr>
      <a:lvl6pPr marL="16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6pPr>
      <a:lvl7pPr marL="19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7pPr>
      <a:lvl8pPr marL="22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8pPr>
      <a:lvl9pPr marL="25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hemeOverride" Target="../theme/themeOverride1.xml"/><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8" name="Picture 7" descr="flower illustrations">
            <a:extLst>
              <a:ext uri="{FF2B5EF4-FFF2-40B4-BE49-F238E27FC236}">
                <a16:creationId xmlns:a16="http://schemas.microsoft.com/office/drawing/2014/main" id="{46768272-0F6A-4E58-A45C-F10D015D8952}"/>
              </a:ext>
            </a:extLst>
          </p:cNvPr>
          <p:cNvPicPr>
            <a:picLocks noChangeAspect="1"/>
          </p:cNvPicPr>
          <p:nvPr/>
        </p:nvPicPr>
        <p:blipFill rotWithShape="1">
          <a:blip r:embed="rId4">
            <a:extLst>
              <a:ext uri="{28A0092B-C50C-407E-A947-70E740481C1C}">
                <a14:useLocalDpi xmlns:a14="http://schemas.microsoft.com/office/drawing/2010/main" val="0"/>
              </a:ext>
            </a:extLst>
          </a:blip>
          <a:srcRect/>
          <a:stretch/>
        </p:blipFill>
        <p:spPr>
          <a:xfrm>
            <a:off x="20" y="-839"/>
            <a:ext cx="12191980" cy="6858000"/>
          </a:xfrm>
          <a:prstGeom prst="rect">
            <a:avLst/>
          </a:prstGeom>
        </p:spPr>
      </p:pic>
      <p:sp useBgFill="1">
        <p:nvSpPr>
          <p:cNvPr id="73" name="Rectangle 72">
            <a:extLst>
              <a:ext uri="{FF2B5EF4-FFF2-40B4-BE49-F238E27FC236}">
                <a16:creationId xmlns:a16="http://schemas.microsoft.com/office/drawing/2014/main" id="{BF9FFE17-DE95-4821-ACC1-B90C954492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07870" y="1267730"/>
            <a:ext cx="9576262" cy="4307950"/>
          </a:xfrm>
          <a:prstGeom prst="rect">
            <a:avLst/>
          </a:prstGeom>
          <a:ln w="6350" cap="flat" cmpd="sng" algn="ctr">
            <a:noFill/>
            <a:prstDash val="solid"/>
          </a:ln>
          <a:effectLst>
            <a:outerShdw blurRad="50800" algn="ctr" rotWithShape="0">
              <a:prstClr val="black">
                <a:alpha val="66000"/>
              </a:prstClr>
            </a:outerShdw>
            <a:softEdge rad="0"/>
          </a:effectLst>
        </p:spPr>
      </p:sp>
      <p:sp>
        <p:nvSpPr>
          <p:cNvPr id="75" name="Rectangle 74">
            <a:extLst>
              <a:ext uri="{FF2B5EF4-FFF2-40B4-BE49-F238E27FC236}">
                <a16:creationId xmlns:a16="http://schemas.microsoft.com/office/drawing/2014/main" id="{03CF76AF-FF72-4430-A772-0584032902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47801" y="1411615"/>
            <a:ext cx="9296400" cy="4034770"/>
          </a:xfrm>
          <a:prstGeom prst="rect">
            <a:avLst/>
          </a:prstGeom>
          <a:noFill/>
          <a:ln w="6350" cap="sq" cmpd="sng" algn="ctr">
            <a:solidFill>
              <a:schemeClr val="tx1">
                <a:lumMod val="75000"/>
                <a:lumOff val="25000"/>
              </a:schemeClr>
            </a:solidFill>
            <a:prstDash val="solid"/>
            <a:miter lim="800000"/>
          </a:ln>
          <a:effectLst/>
        </p:spPr>
      </p:sp>
      <p:sp>
        <p:nvSpPr>
          <p:cNvPr id="2" name="Title 1">
            <a:extLst>
              <a:ext uri="{FF2B5EF4-FFF2-40B4-BE49-F238E27FC236}">
                <a16:creationId xmlns:a16="http://schemas.microsoft.com/office/drawing/2014/main" id="{18C3B467-088C-4F3D-A9A7-105C4E1E20CD}"/>
              </a:ext>
            </a:extLst>
          </p:cNvPr>
          <p:cNvSpPr>
            <a:spLocks noGrp="1"/>
          </p:cNvSpPr>
          <p:nvPr>
            <p:ph type="ctrTitle"/>
          </p:nvPr>
        </p:nvSpPr>
        <p:spPr>
          <a:xfrm>
            <a:off x="1771132" y="2091263"/>
            <a:ext cx="8649738" cy="2590800"/>
          </a:xfrm>
        </p:spPr>
        <p:txBody>
          <a:bodyPr>
            <a:normAutofit/>
          </a:bodyPr>
          <a:lstStyle/>
          <a:p>
            <a:r>
              <a:rPr lang="en-IN" sz="5400" dirty="0" err="1">
                <a:latin typeface="Algerian" panose="04020705040A02060702" pitchFamily="82" charset="0"/>
              </a:rPr>
              <a:t>LandSlide</a:t>
            </a:r>
            <a:r>
              <a:rPr lang="en-IN" sz="5400" dirty="0">
                <a:latin typeface="Algerian" panose="04020705040A02060702" pitchFamily="82" charset="0"/>
              </a:rPr>
              <a:t> Detection</a:t>
            </a:r>
            <a:endParaRPr lang="en-US" sz="5400" dirty="0">
              <a:latin typeface="Algerian" panose="04020705040A02060702" pitchFamily="82" charset="0"/>
            </a:endParaRPr>
          </a:p>
        </p:txBody>
      </p:sp>
      <p:sp>
        <p:nvSpPr>
          <p:cNvPr id="3" name="Subtitle 2">
            <a:extLst>
              <a:ext uri="{FF2B5EF4-FFF2-40B4-BE49-F238E27FC236}">
                <a16:creationId xmlns:a16="http://schemas.microsoft.com/office/drawing/2014/main" id="{C8722DDC-8EEE-4A06-8DFE-B44871EAA2CF}"/>
              </a:ext>
            </a:extLst>
          </p:cNvPr>
          <p:cNvSpPr>
            <a:spLocks noGrp="1"/>
          </p:cNvSpPr>
          <p:nvPr>
            <p:ph type="subTitle" idx="1"/>
          </p:nvPr>
        </p:nvSpPr>
        <p:spPr>
          <a:xfrm>
            <a:off x="1672810" y="3915144"/>
            <a:ext cx="8652788" cy="457201"/>
          </a:xfrm>
        </p:spPr>
        <p:txBody>
          <a:bodyPr>
            <a:normAutofit lnSpcReduction="10000"/>
          </a:bodyPr>
          <a:lstStyle/>
          <a:p>
            <a:pPr>
              <a:spcAft>
                <a:spcPts val="600"/>
              </a:spcAft>
            </a:pPr>
            <a:r>
              <a:rPr lang="en-US" dirty="0">
                <a:latin typeface="Algerian" panose="04020705040A02060702" pitchFamily="82" charset="0"/>
              </a:rPr>
              <a:t>Embedded Systems</a:t>
            </a:r>
            <a:endParaRPr lang="en-US" sz="1800" dirty="0">
              <a:latin typeface="Algerian" panose="04020705040A02060702" pitchFamily="82" charset="0"/>
            </a:endParaRPr>
          </a:p>
          <a:p>
            <a:pPr>
              <a:spcAft>
                <a:spcPts val="600"/>
              </a:spcAft>
            </a:pPr>
            <a:endParaRPr lang="en-US" sz="1800" dirty="0">
              <a:latin typeface="Algerian" panose="04020705040A02060702" pitchFamily="82" charset="0"/>
            </a:endParaRPr>
          </a:p>
        </p:txBody>
      </p:sp>
      <p:sp>
        <p:nvSpPr>
          <p:cNvPr id="77" name="Rectangle 76">
            <a:extLst>
              <a:ext uri="{FF2B5EF4-FFF2-40B4-BE49-F238E27FC236}">
                <a16:creationId xmlns:a16="http://schemas.microsoft.com/office/drawing/2014/main" id="{0B1C8180-2FDD-4202-8C45-4057CB1AB2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35880" y="1267730"/>
            <a:ext cx="1920240" cy="7315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cxnSp>
        <p:nvCxnSpPr>
          <p:cNvPr id="79" name="Straight Connector 78">
            <a:extLst>
              <a:ext uri="{FF2B5EF4-FFF2-40B4-BE49-F238E27FC236}">
                <a16:creationId xmlns:a16="http://schemas.microsoft.com/office/drawing/2014/main" id="{D6E86CC6-13EA-4A88-86AD-CF27BF52CC9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250180" y="1267730"/>
            <a:ext cx="0" cy="64008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81" name="Straight Connector 80">
            <a:extLst>
              <a:ext uri="{FF2B5EF4-FFF2-40B4-BE49-F238E27FC236}">
                <a16:creationId xmlns:a16="http://schemas.microsoft.com/office/drawing/2014/main" id="{3F80B441-4F7D-4B40-8A13-FED03A1F3A1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941820" y="1267730"/>
            <a:ext cx="0" cy="64008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70C7FD1A-44B1-4E4C-B0C9-A8103DCCDCC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250180" y="1913025"/>
            <a:ext cx="1691640" cy="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5FB22161-2706-3A39-21E3-2BAB8AF65255}"/>
              </a:ext>
            </a:extLst>
          </p:cNvPr>
          <p:cNvSpPr txBox="1"/>
          <p:nvPr/>
        </p:nvSpPr>
        <p:spPr>
          <a:xfrm>
            <a:off x="7106607" y="4372345"/>
            <a:ext cx="3685230" cy="954107"/>
          </a:xfrm>
          <a:prstGeom prst="rect">
            <a:avLst/>
          </a:prstGeom>
          <a:noFill/>
        </p:spPr>
        <p:txBody>
          <a:bodyPr wrap="square" rtlCol="0">
            <a:spAutoFit/>
          </a:bodyPr>
          <a:lstStyle/>
          <a:p>
            <a:r>
              <a:rPr lang="en-IN" sz="1400" dirty="0"/>
              <a:t>By </a:t>
            </a:r>
          </a:p>
          <a:p>
            <a:r>
              <a:rPr lang="en-IN" sz="1400" dirty="0"/>
              <a:t> JEREMIAH(URK23CS1218)</a:t>
            </a:r>
          </a:p>
          <a:p>
            <a:r>
              <a:rPr lang="en-IN" sz="1400" dirty="0"/>
              <a:t> NITHISHKUMAR(URK23CS1201)</a:t>
            </a:r>
          </a:p>
          <a:p>
            <a:r>
              <a:rPr lang="en-IN" sz="1400" dirty="0"/>
              <a:t> MAHA DEEPAK(URK23CS1220)</a:t>
            </a:r>
          </a:p>
        </p:txBody>
      </p:sp>
    </p:spTree>
    <p:extLst>
      <p:ext uri="{BB962C8B-B14F-4D97-AF65-F5344CB8AC3E}">
        <p14:creationId xmlns:p14="http://schemas.microsoft.com/office/powerpoint/2010/main" val="420280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32436B-97A3-606C-61AF-9E54AE0E61C1}"/>
              </a:ext>
            </a:extLst>
          </p:cNvPr>
          <p:cNvSpPr>
            <a:spLocks noGrp="1"/>
          </p:cNvSpPr>
          <p:nvPr>
            <p:ph type="title"/>
          </p:nvPr>
        </p:nvSpPr>
        <p:spPr>
          <a:xfrm>
            <a:off x="1066800" y="996556"/>
            <a:ext cx="10058400" cy="1371600"/>
          </a:xfrm>
        </p:spPr>
        <p:txBody>
          <a:bodyPr/>
          <a:lstStyle/>
          <a:p>
            <a:r>
              <a:rPr lang="en-IN" b="1" dirty="0"/>
              <a:t>PROBLEM STATEMENT:</a:t>
            </a:r>
            <a:br>
              <a:rPr lang="en-IN" b="1" dirty="0"/>
            </a:br>
            <a:endParaRPr lang="en-IN" b="1" dirty="0"/>
          </a:p>
        </p:txBody>
      </p:sp>
      <p:sp>
        <p:nvSpPr>
          <p:cNvPr id="5" name="Content Placeholder 4">
            <a:extLst>
              <a:ext uri="{FF2B5EF4-FFF2-40B4-BE49-F238E27FC236}">
                <a16:creationId xmlns:a16="http://schemas.microsoft.com/office/drawing/2014/main" id="{D660F2EC-4808-FCC0-4418-EB4876CE1940}"/>
              </a:ext>
            </a:extLst>
          </p:cNvPr>
          <p:cNvSpPr>
            <a:spLocks noGrp="1"/>
          </p:cNvSpPr>
          <p:nvPr>
            <p:ph idx="1"/>
          </p:nvPr>
        </p:nvSpPr>
        <p:spPr>
          <a:xfrm>
            <a:off x="1076632" y="2614398"/>
            <a:ext cx="10058400" cy="1800286"/>
          </a:xfrm>
        </p:spPr>
        <p:txBody>
          <a:bodyPr>
            <a:normAutofit/>
          </a:bodyPr>
          <a:lstStyle/>
          <a:p>
            <a:r>
              <a:rPr lang="en-US" sz="1800" dirty="0"/>
              <a:t>Landslides are a significant natural hazard that can cause severe damage to infrastructure, disrupt communities, and result in loss of life. They are often triggered by factors such as heavy rainfall, seismic activity, and human activities, making them unpredictable and challenging to manage. Early detection of landslides can significantly reduce their impact by providing timely warnings and enabling preventative measures.</a:t>
            </a:r>
            <a:endParaRPr lang="en-IN" sz="1800" dirty="0"/>
          </a:p>
        </p:txBody>
      </p:sp>
    </p:spTree>
    <p:extLst>
      <p:ext uri="{BB962C8B-B14F-4D97-AF65-F5344CB8AC3E}">
        <p14:creationId xmlns:p14="http://schemas.microsoft.com/office/powerpoint/2010/main" val="25296601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5CFD8F-41FE-0E31-3E77-D7629E645944}"/>
              </a:ext>
            </a:extLst>
          </p:cNvPr>
          <p:cNvSpPr>
            <a:spLocks noGrp="1"/>
          </p:cNvSpPr>
          <p:nvPr>
            <p:ph type="title"/>
          </p:nvPr>
        </p:nvSpPr>
        <p:spPr/>
        <p:txBody>
          <a:bodyPr/>
          <a:lstStyle/>
          <a:p>
            <a:r>
              <a:rPr lang="en-IN" b="1" dirty="0"/>
              <a:t>Objective:</a:t>
            </a:r>
          </a:p>
        </p:txBody>
      </p:sp>
      <p:sp>
        <p:nvSpPr>
          <p:cNvPr id="3" name="Content Placeholder 2">
            <a:extLst>
              <a:ext uri="{FF2B5EF4-FFF2-40B4-BE49-F238E27FC236}">
                <a16:creationId xmlns:a16="http://schemas.microsoft.com/office/drawing/2014/main" id="{46B85794-056D-0B73-0650-35BF9B67704B}"/>
              </a:ext>
            </a:extLst>
          </p:cNvPr>
          <p:cNvSpPr>
            <a:spLocks noGrp="1"/>
          </p:cNvSpPr>
          <p:nvPr>
            <p:ph idx="1"/>
          </p:nvPr>
        </p:nvSpPr>
        <p:spPr>
          <a:xfrm>
            <a:off x="1120877" y="1876978"/>
            <a:ext cx="10058400" cy="3849624"/>
          </a:xfrm>
        </p:spPr>
        <p:txBody>
          <a:bodyPr>
            <a:noAutofit/>
          </a:bodyPr>
          <a:lstStyle/>
          <a:p>
            <a:r>
              <a:rPr lang="en-US" sz="1600" dirty="0"/>
              <a:t>Landslides are a widely recognized phenomenon, causing huge economic and human losses worldwide. The detection of spatial and temporal landslide deformation, together with the acquisition of precursor information, is crucial for hazard prediction and landslide risk management. Advanced landslide monitoring systems based on remote sensing techniques (RSTs) play a crucial role in risk management and provide important support for early warning systems (EWSs) at local and regional scales. The purpose of this article is to present a review of the current state of knowledge in the development of RSTs used for identifying landslide precursors, as well as detecting, monitoring, and predicting landslides. Almost 200 articles from 2010 to 2024 were analyzed, in which the authors utilized RSTs to detect potential precursors for early warning of hazards. The applications, challenges, and trends of RSTs, largely dependent on the type of landslide, deformation pattern, hazards posed by the landslide, and the size of the area of interest, were also discussed. Although the article indicates some limitations of the RSTs used so far, integrating different techniques and technological developments offers the opportunity to create reliable EWSs and improve existing ones. Through comprehensive analysis of multisource data, it enhances understanding of the active landslide process, ultimately contributing to the mitigation of casualties and property damage.</a:t>
            </a:r>
            <a:endParaRPr lang="en-IN" sz="1600" dirty="0"/>
          </a:p>
        </p:txBody>
      </p:sp>
    </p:spTree>
    <p:extLst>
      <p:ext uri="{BB962C8B-B14F-4D97-AF65-F5344CB8AC3E}">
        <p14:creationId xmlns:p14="http://schemas.microsoft.com/office/powerpoint/2010/main" val="2006255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55E70C-EEA8-01BF-9B46-CC36DD88B2C3}"/>
              </a:ext>
            </a:extLst>
          </p:cNvPr>
          <p:cNvSpPr>
            <a:spLocks noGrp="1"/>
          </p:cNvSpPr>
          <p:nvPr>
            <p:ph type="title"/>
          </p:nvPr>
        </p:nvSpPr>
        <p:spPr>
          <a:xfrm>
            <a:off x="496526" y="550607"/>
            <a:ext cx="8480326" cy="806245"/>
          </a:xfrm>
        </p:spPr>
        <p:txBody>
          <a:bodyPr>
            <a:normAutofit/>
          </a:bodyPr>
          <a:lstStyle/>
          <a:p>
            <a:r>
              <a:rPr lang="en-IN" sz="3600" b="1" dirty="0"/>
              <a:t>Methodology</a:t>
            </a:r>
          </a:p>
        </p:txBody>
      </p:sp>
      <p:sp>
        <p:nvSpPr>
          <p:cNvPr id="3" name="TextBox 2">
            <a:extLst>
              <a:ext uri="{FF2B5EF4-FFF2-40B4-BE49-F238E27FC236}">
                <a16:creationId xmlns:a16="http://schemas.microsoft.com/office/drawing/2014/main" id="{FDFD5338-8F7A-344E-6710-F6DB196AA09C}"/>
              </a:ext>
            </a:extLst>
          </p:cNvPr>
          <p:cNvSpPr txBox="1"/>
          <p:nvPr/>
        </p:nvSpPr>
        <p:spPr>
          <a:xfrm>
            <a:off x="393291" y="1356852"/>
            <a:ext cx="11302184" cy="3693319"/>
          </a:xfrm>
          <a:prstGeom prst="rect">
            <a:avLst/>
          </a:prstGeom>
          <a:noFill/>
        </p:spPr>
        <p:txBody>
          <a:bodyPr wrap="square" rtlCol="0">
            <a:spAutoFit/>
          </a:bodyPr>
          <a:lstStyle/>
          <a:p>
            <a:r>
              <a:rPr lang="en-US" dirty="0"/>
              <a:t>This project focus on the development of low cost and efficient IoT based system for the landslide detection and warning system. The system shown here is prototype and number of nodes can be use to cover large area. Arduino board is used in the development of the system along with the vibration sensors, soil moisture sensors and </a:t>
            </a:r>
            <a:r>
              <a:rPr lang="en-US" dirty="0" err="1"/>
              <a:t>WiFi</a:t>
            </a:r>
            <a:r>
              <a:rPr lang="en-US" dirty="0"/>
              <a:t> module. </a:t>
            </a:r>
            <a:r>
              <a:rPr lang="en-US" dirty="0" err="1"/>
              <a:t>WiFi</a:t>
            </a:r>
            <a:r>
              <a:rPr lang="en-US" dirty="0"/>
              <a:t> enables the sensors and board connect to the Internet Service Provider (ISP). All the sensors collect the real time data and with the help of Arduino development board the data is send to the cloud storage </a:t>
            </a:r>
            <a:r>
              <a:rPr lang="en-US" dirty="0" err="1"/>
              <a:t>ThingSpeak</a:t>
            </a:r>
            <a:r>
              <a:rPr lang="en-US" dirty="0"/>
              <a:t>. </a:t>
            </a:r>
            <a:r>
              <a:rPr lang="en-US" dirty="0" err="1"/>
              <a:t>ThingSpeak</a:t>
            </a:r>
            <a:r>
              <a:rPr lang="en-US" dirty="0"/>
              <a:t> by </a:t>
            </a:r>
            <a:r>
              <a:rPr lang="en-US" dirty="0" err="1"/>
              <a:t>Mathworks</a:t>
            </a:r>
            <a:r>
              <a:rPr lang="en-US" dirty="0"/>
              <a:t> uses MATLAB as a powerful tool to analyze the data and present it in the form of graph that can be easily readable. </a:t>
            </a:r>
            <a:r>
              <a:rPr lang="en-US" dirty="0" err="1"/>
              <a:t>ThingSpeak</a:t>
            </a:r>
            <a:r>
              <a:rPr lang="en-US" dirty="0"/>
              <a:t> can act when threshold values reaches and can commute with the third party. The alert is send in the form of SMS to the end user via registered mobile number. There are defined parameters for the threshold values based on the Vibration, Tilt and the moisture present in the soil. It observed that most of the landslides are cause due to the excess pore water pressure present in the soil during heavy rainfall. The expansion and contraction in the soil causes it to fall apart the material on slope due to the gravity and vibrations. These vibrations can be in form of Natural like Earthquakes and can be Human induced like blasting. </a:t>
            </a:r>
            <a:endParaRPr lang="en-IN" dirty="0"/>
          </a:p>
        </p:txBody>
      </p:sp>
    </p:spTree>
    <p:extLst>
      <p:ext uri="{BB962C8B-B14F-4D97-AF65-F5344CB8AC3E}">
        <p14:creationId xmlns:p14="http://schemas.microsoft.com/office/powerpoint/2010/main" val="6202389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Content Placeholder 8">
            <a:extLst>
              <a:ext uri="{FF2B5EF4-FFF2-40B4-BE49-F238E27FC236}">
                <a16:creationId xmlns:a16="http://schemas.microsoft.com/office/drawing/2014/main" id="{2BD7AB18-B037-9893-0C19-9946953BC408}"/>
              </a:ext>
            </a:extLst>
          </p:cNvPr>
          <p:cNvPicPr>
            <a:picLocks noGrp="1" noChangeAspect="1"/>
          </p:cNvPicPr>
          <p:nvPr>
            <p:ph idx="1"/>
          </p:nvPr>
        </p:nvPicPr>
        <p:blipFill>
          <a:blip r:embed="rId2"/>
          <a:stretch>
            <a:fillRect/>
          </a:stretch>
        </p:blipFill>
        <p:spPr>
          <a:xfrm>
            <a:off x="769371" y="721381"/>
            <a:ext cx="4439270" cy="2638793"/>
          </a:xfrm>
        </p:spPr>
      </p:pic>
      <p:pic>
        <p:nvPicPr>
          <p:cNvPr id="13" name="Picture 12">
            <a:extLst>
              <a:ext uri="{FF2B5EF4-FFF2-40B4-BE49-F238E27FC236}">
                <a16:creationId xmlns:a16="http://schemas.microsoft.com/office/drawing/2014/main" id="{B74D98C2-8ECC-21C8-A6D2-5BF2A4945A6F}"/>
              </a:ext>
            </a:extLst>
          </p:cNvPr>
          <p:cNvPicPr>
            <a:picLocks noChangeAspect="1"/>
          </p:cNvPicPr>
          <p:nvPr/>
        </p:nvPicPr>
        <p:blipFill>
          <a:blip r:embed="rId3"/>
          <a:stretch>
            <a:fillRect/>
          </a:stretch>
        </p:blipFill>
        <p:spPr>
          <a:xfrm>
            <a:off x="935339" y="4191811"/>
            <a:ext cx="3753374" cy="1581371"/>
          </a:xfrm>
          <a:prstGeom prst="rect">
            <a:avLst/>
          </a:prstGeom>
        </p:spPr>
      </p:pic>
      <p:sp>
        <p:nvSpPr>
          <p:cNvPr id="17" name="TextBox 16">
            <a:extLst>
              <a:ext uri="{FF2B5EF4-FFF2-40B4-BE49-F238E27FC236}">
                <a16:creationId xmlns:a16="http://schemas.microsoft.com/office/drawing/2014/main" id="{340EA598-06D0-1AFE-8614-E7E0B2306790}"/>
              </a:ext>
            </a:extLst>
          </p:cNvPr>
          <p:cNvSpPr txBox="1"/>
          <p:nvPr/>
        </p:nvSpPr>
        <p:spPr>
          <a:xfrm>
            <a:off x="6440131" y="1743936"/>
            <a:ext cx="4571999" cy="369332"/>
          </a:xfrm>
          <a:prstGeom prst="rect">
            <a:avLst/>
          </a:prstGeom>
          <a:noFill/>
        </p:spPr>
        <p:txBody>
          <a:bodyPr wrap="square" rtlCol="0">
            <a:spAutoFit/>
          </a:bodyPr>
          <a:lstStyle/>
          <a:p>
            <a:r>
              <a:rPr lang="en-IN" dirty="0"/>
              <a:t>Soil moisture sensor</a:t>
            </a:r>
          </a:p>
        </p:txBody>
      </p:sp>
      <p:sp>
        <p:nvSpPr>
          <p:cNvPr id="18" name="TextBox 17">
            <a:extLst>
              <a:ext uri="{FF2B5EF4-FFF2-40B4-BE49-F238E27FC236}">
                <a16:creationId xmlns:a16="http://schemas.microsoft.com/office/drawing/2014/main" id="{60026F9C-1D8A-D9A9-8A13-525514B9BD22}"/>
              </a:ext>
            </a:extLst>
          </p:cNvPr>
          <p:cNvSpPr txBox="1"/>
          <p:nvPr/>
        </p:nvSpPr>
        <p:spPr>
          <a:xfrm>
            <a:off x="6799008" y="4921050"/>
            <a:ext cx="2531806" cy="369332"/>
          </a:xfrm>
          <a:prstGeom prst="rect">
            <a:avLst/>
          </a:prstGeom>
          <a:noFill/>
        </p:spPr>
        <p:txBody>
          <a:bodyPr wrap="square" rtlCol="0">
            <a:spAutoFit/>
          </a:bodyPr>
          <a:lstStyle/>
          <a:p>
            <a:r>
              <a:rPr lang="en-IN" dirty="0"/>
              <a:t>ESP8266 Node MCU</a:t>
            </a:r>
          </a:p>
        </p:txBody>
      </p:sp>
    </p:spTree>
    <p:extLst>
      <p:ext uri="{BB962C8B-B14F-4D97-AF65-F5344CB8AC3E}">
        <p14:creationId xmlns:p14="http://schemas.microsoft.com/office/powerpoint/2010/main" val="30384577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6997F67-811C-0A53-5C86-AD3BC8264CD5}"/>
              </a:ext>
            </a:extLst>
          </p:cNvPr>
          <p:cNvPicPr>
            <a:picLocks noChangeAspect="1"/>
          </p:cNvPicPr>
          <p:nvPr/>
        </p:nvPicPr>
        <p:blipFill>
          <a:blip r:embed="rId2"/>
          <a:stretch>
            <a:fillRect/>
          </a:stretch>
        </p:blipFill>
        <p:spPr>
          <a:xfrm>
            <a:off x="1195407" y="759657"/>
            <a:ext cx="4511431" cy="1877731"/>
          </a:xfrm>
          <a:prstGeom prst="rect">
            <a:avLst/>
          </a:prstGeom>
        </p:spPr>
      </p:pic>
      <p:pic>
        <p:nvPicPr>
          <p:cNvPr id="8" name="Picture 7">
            <a:extLst>
              <a:ext uri="{FF2B5EF4-FFF2-40B4-BE49-F238E27FC236}">
                <a16:creationId xmlns:a16="http://schemas.microsoft.com/office/drawing/2014/main" id="{809B53A0-2D24-8508-B1FA-694AB322E47E}"/>
              </a:ext>
            </a:extLst>
          </p:cNvPr>
          <p:cNvPicPr>
            <a:picLocks noChangeAspect="1"/>
          </p:cNvPicPr>
          <p:nvPr/>
        </p:nvPicPr>
        <p:blipFill>
          <a:blip r:embed="rId3"/>
          <a:stretch>
            <a:fillRect/>
          </a:stretch>
        </p:blipFill>
        <p:spPr>
          <a:xfrm>
            <a:off x="1858297" y="3168330"/>
            <a:ext cx="3175819" cy="2930013"/>
          </a:xfrm>
          <a:prstGeom prst="rect">
            <a:avLst/>
          </a:prstGeom>
        </p:spPr>
      </p:pic>
      <p:sp>
        <p:nvSpPr>
          <p:cNvPr id="9" name="TextBox 8">
            <a:extLst>
              <a:ext uri="{FF2B5EF4-FFF2-40B4-BE49-F238E27FC236}">
                <a16:creationId xmlns:a16="http://schemas.microsoft.com/office/drawing/2014/main" id="{2BF7F13B-54C3-04D3-655B-F0955A5E93FB}"/>
              </a:ext>
            </a:extLst>
          </p:cNvPr>
          <p:cNvSpPr txBox="1"/>
          <p:nvPr/>
        </p:nvSpPr>
        <p:spPr>
          <a:xfrm>
            <a:off x="6012425" y="4881720"/>
            <a:ext cx="5107860" cy="369332"/>
          </a:xfrm>
          <a:prstGeom prst="rect">
            <a:avLst/>
          </a:prstGeom>
          <a:noFill/>
        </p:spPr>
        <p:txBody>
          <a:bodyPr wrap="square" rtlCol="0">
            <a:spAutoFit/>
          </a:bodyPr>
          <a:lstStyle/>
          <a:p>
            <a:r>
              <a:rPr lang="en-IN" dirty="0"/>
              <a:t>DHT11 TEMP/HUM Sensor</a:t>
            </a:r>
          </a:p>
        </p:txBody>
      </p:sp>
      <p:sp>
        <p:nvSpPr>
          <p:cNvPr id="10" name="TextBox 9">
            <a:extLst>
              <a:ext uri="{FF2B5EF4-FFF2-40B4-BE49-F238E27FC236}">
                <a16:creationId xmlns:a16="http://schemas.microsoft.com/office/drawing/2014/main" id="{52C29CF1-03A9-641A-37C3-3AFBBF135AB2}"/>
              </a:ext>
            </a:extLst>
          </p:cNvPr>
          <p:cNvSpPr txBox="1"/>
          <p:nvPr/>
        </p:nvSpPr>
        <p:spPr>
          <a:xfrm>
            <a:off x="6386052" y="1460090"/>
            <a:ext cx="2925097" cy="369332"/>
          </a:xfrm>
          <a:prstGeom prst="rect">
            <a:avLst/>
          </a:prstGeom>
          <a:noFill/>
        </p:spPr>
        <p:txBody>
          <a:bodyPr wrap="square" rtlCol="0">
            <a:spAutoFit/>
          </a:bodyPr>
          <a:lstStyle/>
          <a:p>
            <a:r>
              <a:rPr lang="en-IN" dirty="0"/>
              <a:t>Vibrating sensor</a:t>
            </a:r>
          </a:p>
        </p:txBody>
      </p:sp>
    </p:spTree>
    <p:extLst>
      <p:ext uri="{BB962C8B-B14F-4D97-AF65-F5344CB8AC3E}">
        <p14:creationId xmlns:p14="http://schemas.microsoft.com/office/powerpoint/2010/main" val="29810094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3E170D0B-5B79-4C71-DB93-A30F631B07F4}"/>
              </a:ext>
            </a:extLst>
          </p:cNvPr>
          <p:cNvSpPr txBox="1"/>
          <p:nvPr/>
        </p:nvSpPr>
        <p:spPr>
          <a:xfrm>
            <a:off x="678425" y="542921"/>
            <a:ext cx="6096000" cy="369332"/>
          </a:xfrm>
          <a:prstGeom prst="rect">
            <a:avLst/>
          </a:prstGeom>
          <a:noFill/>
        </p:spPr>
        <p:txBody>
          <a:bodyPr wrap="square">
            <a:spAutoFit/>
          </a:bodyPr>
          <a:lstStyle/>
          <a:p>
            <a:r>
              <a:rPr lang="en-IN" dirty="0"/>
              <a:t>Expected Outcome Envisaged</a:t>
            </a:r>
          </a:p>
        </p:txBody>
      </p:sp>
      <p:pic>
        <p:nvPicPr>
          <p:cNvPr id="7" name="Picture 6">
            <a:extLst>
              <a:ext uri="{FF2B5EF4-FFF2-40B4-BE49-F238E27FC236}">
                <a16:creationId xmlns:a16="http://schemas.microsoft.com/office/drawing/2014/main" id="{48C0603F-C471-684D-34E5-BC50A4971B91}"/>
              </a:ext>
            </a:extLst>
          </p:cNvPr>
          <p:cNvPicPr>
            <a:picLocks noChangeAspect="1"/>
          </p:cNvPicPr>
          <p:nvPr/>
        </p:nvPicPr>
        <p:blipFill>
          <a:blip r:embed="rId2"/>
          <a:stretch>
            <a:fillRect/>
          </a:stretch>
        </p:blipFill>
        <p:spPr>
          <a:xfrm>
            <a:off x="1871073" y="1095049"/>
            <a:ext cx="8449854" cy="4667901"/>
          </a:xfrm>
          <a:prstGeom prst="rect">
            <a:avLst/>
          </a:prstGeom>
        </p:spPr>
      </p:pic>
    </p:spTree>
    <p:extLst>
      <p:ext uri="{BB962C8B-B14F-4D97-AF65-F5344CB8AC3E}">
        <p14:creationId xmlns:p14="http://schemas.microsoft.com/office/powerpoint/2010/main" val="26180853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5704C79-C461-D688-8F9E-18534747EF88}"/>
              </a:ext>
            </a:extLst>
          </p:cNvPr>
          <p:cNvSpPr txBox="1"/>
          <p:nvPr/>
        </p:nvSpPr>
        <p:spPr>
          <a:xfrm>
            <a:off x="511278" y="503592"/>
            <a:ext cx="6096000" cy="369332"/>
          </a:xfrm>
          <a:prstGeom prst="rect">
            <a:avLst/>
          </a:prstGeom>
          <a:noFill/>
        </p:spPr>
        <p:txBody>
          <a:bodyPr wrap="square">
            <a:spAutoFit/>
          </a:bodyPr>
          <a:lstStyle/>
          <a:p>
            <a:r>
              <a:rPr lang="en-IN" dirty="0"/>
              <a:t>Workplan</a:t>
            </a:r>
          </a:p>
        </p:txBody>
      </p:sp>
      <p:pic>
        <p:nvPicPr>
          <p:cNvPr id="12" name="Picture 11">
            <a:extLst>
              <a:ext uri="{FF2B5EF4-FFF2-40B4-BE49-F238E27FC236}">
                <a16:creationId xmlns:a16="http://schemas.microsoft.com/office/drawing/2014/main" id="{A29D2BBD-120F-FEB2-A092-6046031FFD0F}"/>
              </a:ext>
            </a:extLst>
          </p:cNvPr>
          <p:cNvPicPr>
            <a:picLocks noChangeAspect="1"/>
          </p:cNvPicPr>
          <p:nvPr/>
        </p:nvPicPr>
        <p:blipFill>
          <a:blip r:embed="rId2"/>
          <a:stretch>
            <a:fillRect/>
          </a:stretch>
        </p:blipFill>
        <p:spPr>
          <a:xfrm>
            <a:off x="511278" y="973393"/>
            <a:ext cx="5706146" cy="3811965"/>
          </a:xfrm>
          <a:prstGeom prst="rect">
            <a:avLst/>
          </a:prstGeom>
        </p:spPr>
      </p:pic>
      <p:sp>
        <p:nvSpPr>
          <p:cNvPr id="13" name="TextBox 12">
            <a:extLst>
              <a:ext uri="{FF2B5EF4-FFF2-40B4-BE49-F238E27FC236}">
                <a16:creationId xmlns:a16="http://schemas.microsoft.com/office/drawing/2014/main" id="{FC753123-7433-B046-85B5-9FA198D4EA82}"/>
              </a:ext>
            </a:extLst>
          </p:cNvPr>
          <p:cNvSpPr txBox="1"/>
          <p:nvPr/>
        </p:nvSpPr>
        <p:spPr>
          <a:xfrm>
            <a:off x="6331974" y="589935"/>
            <a:ext cx="5063613" cy="3539430"/>
          </a:xfrm>
          <a:prstGeom prst="rect">
            <a:avLst/>
          </a:prstGeom>
          <a:noFill/>
        </p:spPr>
        <p:txBody>
          <a:bodyPr wrap="square" rtlCol="0">
            <a:spAutoFit/>
          </a:bodyPr>
          <a:lstStyle/>
          <a:p>
            <a:r>
              <a:rPr lang="en-US" sz="1400" dirty="0">
                <a:latin typeface="Times New Roman" panose="02020603050405020304" pitchFamily="18" charset="0"/>
                <a:cs typeface="Times New Roman" panose="02020603050405020304" pitchFamily="18" charset="0"/>
              </a:rPr>
              <a:t>Moisture sensors, Tilt sensors as well as vibration sensors connected to the site. These sensors are connected to the </a:t>
            </a:r>
            <a:r>
              <a:rPr lang="en-US" sz="1400" dirty="0" err="1">
                <a:latin typeface="Times New Roman" panose="02020603050405020304" pitchFamily="18" charset="0"/>
                <a:cs typeface="Times New Roman" panose="02020603050405020304" pitchFamily="18" charset="0"/>
              </a:rPr>
              <a:t>arduino</a:t>
            </a:r>
            <a:r>
              <a:rPr lang="en-US" sz="1400" dirty="0">
                <a:latin typeface="Times New Roman" panose="02020603050405020304" pitchFamily="18" charset="0"/>
                <a:cs typeface="Times New Roman" panose="02020603050405020304" pitchFamily="18" charset="0"/>
              </a:rPr>
              <a:t> development board which is connected to the </a:t>
            </a:r>
            <a:r>
              <a:rPr lang="en-US" sz="1400" dirty="0" err="1">
                <a:latin typeface="Times New Roman" panose="02020603050405020304" pitchFamily="18" charset="0"/>
                <a:cs typeface="Times New Roman" panose="02020603050405020304" pitchFamily="18" charset="0"/>
              </a:rPr>
              <a:t>ThinkSpeak</a:t>
            </a:r>
            <a:r>
              <a:rPr lang="en-US" sz="1400" dirty="0">
                <a:latin typeface="Times New Roman" panose="02020603050405020304" pitchFamily="18" charset="0"/>
                <a:cs typeface="Times New Roman" panose="02020603050405020304" pitchFamily="18" charset="0"/>
              </a:rPr>
              <a:t> cloud service for monitoring the real time data. These sensors are adjusted to the programmed threshold values with the potentiometer available on the sensor boards. After turning ON the system the sensors on board Wi-Fi module get connected to the Wi-Fi router. After that the sensors get connected to the </a:t>
            </a:r>
            <a:r>
              <a:rPr lang="en-US" sz="1400" dirty="0" err="1">
                <a:latin typeface="Times New Roman" panose="02020603050405020304" pitchFamily="18" charset="0"/>
                <a:cs typeface="Times New Roman" panose="02020603050405020304" pitchFamily="18" charset="0"/>
              </a:rPr>
              <a:t>ThingSpeak</a:t>
            </a:r>
            <a:r>
              <a:rPr lang="en-US" sz="1400" dirty="0">
                <a:latin typeface="Times New Roman" panose="02020603050405020304" pitchFamily="18" charset="0"/>
                <a:cs typeface="Times New Roman" panose="02020603050405020304" pitchFamily="18" charset="0"/>
              </a:rPr>
              <a:t> cloud service for IoT based projects. </a:t>
            </a:r>
            <a:r>
              <a:rPr lang="en-US" sz="1400" dirty="0" err="1">
                <a:latin typeface="Times New Roman" panose="02020603050405020304" pitchFamily="18" charset="0"/>
                <a:cs typeface="Times New Roman" panose="02020603050405020304" pitchFamily="18" charset="0"/>
              </a:rPr>
              <a:t>ThingSpeak</a:t>
            </a:r>
            <a:r>
              <a:rPr lang="en-US" sz="1400" dirty="0">
                <a:latin typeface="Times New Roman" panose="02020603050405020304" pitchFamily="18" charset="0"/>
                <a:cs typeface="Times New Roman" panose="02020603050405020304" pitchFamily="18" charset="0"/>
              </a:rPr>
              <a:t> provides a powerful graphic tools that help you to analyze data and can also </a:t>
            </a:r>
            <a:r>
              <a:rPr lang="en-US" sz="1400" dirty="0" err="1">
                <a:latin typeface="Times New Roman" panose="02020603050405020304" pitchFamily="18" charset="0"/>
                <a:cs typeface="Times New Roman" panose="02020603050405020304" pitchFamily="18" charset="0"/>
              </a:rPr>
              <a:t>comute</a:t>
            </a:r>
            <a:r>
              <a:rPr lang="en-US" sz="1400" dirty="0">
                <a:latin typeface="Times New Roman" panose="02020603050405020304" pitchFamily="18" charset="0"/>
                <a:cs typeface="Times New Roman" panose="02020603050405020304" pitchFamily="18" charset="0"/>
              </a:rPr>
              <a:t> with the third party app from where it can send alerts to the end user. These alerts are sent in the form of SMS to the registered mobile number on the end user mobile phone. The test shows that the system, is working properly and is able to detect the earthquake vibrations as well as moistures present in the soil and can act according to the threshold values.</a:t>
            </a:r>
            <a:endParaRPr lang="en-IN"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922405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7303BE-2C26-3ED7-A88D-5C700F27B09C}"/>
              </a:ext>
            </a:extLst>
          </p:cNvPr>
          <p:cNvSpPr>
            <a:spLocks noGrp="1"/>
          </p:cNvSpPr>
          <p:nvPr>
            <p:ph type="title"/>
          </p:nvPr>
        </p:nvSpPr>
        <p:spPr>
          <a:xfrm>
            <a:off x="2571142" y="2323913"/>
            <a:ext cx="10058400" cy="1371600"/>
          </a:xfrm>
        </p:spPr>
        <p:txBody>
          <a:bodyPr>
            <a:normAutofit/>
          </a:bodyPr>
          <a:lstStyle/>
          <a:p>
            <a:r>
              <a:rPr lang="en-IN" sz="8800" b="1" dirty="0">
                <a:latin typeface="Algerian" panose="04020705040A02060702" pitchFamily="82" charset="0"/>
              </a:rPr>
              <a:t>THANK YOU</a:t>
            </a:r>
          </a:p>
        </p:txBody>
      </p:sp>
      <p:sp>
        <p:nvSpPr>
          <p:cNvPr id="3" name="TextBox 2">
            <a:extLst>
              <a:ext uri="{FF2B5EF4-FFF2-40B4-BE49-F238E27FC236}">
                <a16:creationId xmlns:a16="http://schemas.microsoft.com/office/drawing/2014/main" id="{C61F8483-EE5B-E1AB-7682-DDE256C46A89}"/>
              </a:ext>
            </a:extLst>
          </p:cNvPr>
          <p:cNvSpPr txBox="1"/>
          <p:nvPr/>
        </p:nvSpPr>
        <p:spPr>
          <a:xfrm>
            <a:off x="7428271" y="4822725"/>
            <a:ext cx="3868992" cy="1200329"/>
          </a:xfrm>
          <a:prstGeom prst="rect">
            <a:avLst/>
          </a:prstGeom>
          <a:noFill/>
        </p:spPr>
        <p:txBody>
          <a:bodyPr wrap="square" rtlCol="0">
            <a:spAutoFit/>
          </a:bodyPr>
          <a:lstStyle/>
          <a:p>
            <a:r>
              <a:rPr lang="en-IN" dirty="0">
                <a:latin typeface="Algerian" panose="04020705040A02060702" pitchFamily="82" charset="0"/>
              </a:rPr>
              <a:t>By </a:t>
            </a:r>
          </a:p>
          <a:p>
            <a:r>
              <a:rPr lang="en-IN" dirty="0">
                <a:latin typeface="Algerian" panose="04020705040A02060702" pitchFamily="82" charset="0"/>
              </a:rPr>
              <a:t>JEREMIAH(URK23CS1218)           </a:t>
            </a:r>
          </a:p>
          <a:p>
            <a:r>
              <a:rPr lang="en-IN" dirty="0">
                <a:latin typeface="Algerian" panose="04020705040A02060702" pitchFamily="82" charset="0"/>
              </a:rPr>
              <a:t>NITHISH KUMAR(URK23CS1201)</a:t>
            </a:r>
          </a:p>
          <a:p>
            <a:r>
              <a:rPr lang="en-IN" dirty="0">
                <a:latin typeface="Algerian" panose="04020705040A02060702" pitchFamily="82" charset="0"/>
              </a:rPr>
              <a:t>MAHA DEEPAK(URK23CS1220)</a:t>
            </a:r>
          </a:p>
        </p:txBody>
      </p:sp>
    </p:spTree>
    <p:extLst>
      <p:ext uri="{BB962C8B-B14F-4D97-AF65-F5344CB8AC3E}">
        <p14:creationId xmlns:p14="http://schemas.microsoft.com/office/powerpoint/2010/main" val="2660195581"/>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avonVTI">
  <a:themeElements>
    <a:clrScheme name="Median">
      <a:dk1>
        <a:sysClr val="windowText" lastClr="000000"/>
      </a:dk1>
      <a:lt1>
        <a:sysClr val="window" lastClr="FFFFFF"/>
      </a:lt1>
      <a:dk2>
        <a:srgbClr val="775F55"/>
      </a:dk2>
      <a:lt2>
        <a:srgbClr val="EBDDC3"/>
      </a:lt2>
      <a:accent1>
        <a:srgbClr val="94B6D2"/>
      </a:accent1>
      <a:accent2>
        <a:srgbClr val="DD8047"/>
      </a:accent2>
      <a:accent3>
        <a:srgbClr val="A5AB81"/>
      </a:accent3>
      <a:accent4>
        <a:srgbClr val="D8B25C"/>
      </a:accent4>
      <a:accent5>
        <a:srgbClr val="7BA79D"/>
      </a:accent5>
      <a:accent6>
        <a:srgbClr val="968C8C"/>
      </a:accent6>
      <a:hlink>
        <a:srgbClr val="F7B615"/>
      </a:hlink>
      <a:folHlink>
        <a:srgbClr val="704404"/>
      </a:folHlink>
    </a:clrScheme>
    <a:fontScheme name="Savon">
      <a:majorFont>
        <a:latin typeface="Avenir Next LT Pro Light" panose="02020404030301010803"/>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Avenir Next LT Pro" panose="02020404030301010803"/>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Savon">
      <a:fillStyleLst>
        <a:solidFill>
          <a:schemeClr val="phClr"/>
        </a:solidFill>
        <a:gradFill rotWithShape="1">
          <a:gsLst>
            <a:gs pos="0">
              <a:schemeClr val="phClr">
                <a:tint val="60000"/>
                <a:satMod val="105000"/>
                <a:lumMod val="105000"/>
              </a:schemeClr>
            </a:gs>
            <a:gs pos="100000">
              <a:schemeClr val="phClr">
                <a:tint val="65000"/>
                <a:satMod val="100000"/>
                <a:lumMod val="100000"/>
              </a:schemeClr>
            </a:gs>
            <a:gs pos="100000">
              <a:schemeClr val="phClr">
                <a:tint val="70000"/>
                <a:satMod val="100000"/>
                <a:lumMod val="100000"/>
              </a:schemeClr>
            </a:gs>
          </a:gsLst>
          <a:lin ang="5400000" scaled="0"/>
        </a:gradFill>
        <a:gradFill rotWithShape="1">
          <a:gsLst>
            <a:gs pos="0">
              <a:schemeClr val="phClr">
                <a:satMod val="100000"/>
                <a:lumMod val="100000"/>
              </a:schemeClr>
            </a:gs>
            <a:gs pos="50000">
              <a:schemeClr val="phClr">
                <a:shade val="99000"/>
                <a:satMod val="105000"/>
                <a:lumMod val="100000"/>
              </a:schemeClr>
            </a:gs>
            <a:gs pos="100000">
              <a:schemeClr val="phClr">
                <a:shade val="98000"/>
                <a:satMod val="105000"/>
                <a:lumMod val="100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38100" dist="12700" dir="5400000" algn="ctr" rotWithShape="0">
              <a:srgbClr val="000000">
                <a:alpha val="63000"/>
              </a:srgbClr>
            </a:outerShdw>
          </a:effectLst>
        </a:effectStyle>
        <a:effectStyle>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a:effectStyle>
      </a:effectStyleLst>
      <a:bgFillStyleLst>
        <a:solidFill>
          <a:schemeClr val="phClr"/>
        </a:solidFill>
        <a:gradFill rotWithShape="1">
          <a:gsLst>
            <a:gs pos="0">
              <a:schemeClr val="phClr">
                <a:tint val="80000"/>
                <a:shade val="100000"/>
                <a:satMod val="300000"/>
              </a:schemeClr>
            </a:gs>
            <a:gs pos="100000">
              <a:schemeClr val="phClr">
                <a:tint val="100000"/>
                <a:shade val="30000"/>
                <a:satMod val="200000"/>
              </a:schemeClr>
            </a:gs>
          </a:gsLst>
          <a:path path="circle">
            <a:fillToRect l="50000" t="50000" r="50000" b="50000"/>
          </a:path>
        </a:gradFill>
        <a:blipFill rotWithShape="1">
          <a:blip xmlns:r="http://schemas.openxmlformats.org/officeDocument/2006/relationships" r:embed="rId1">
            <a:duotone>
              <a:schemeClr val="phClr">
                <a:tint val="95000"/>
              </a:schemeClr>
              <a:schemeClr val="phClr">
                <a:shade val="92000"/>
                <a:satMod val="115000"/>
              </a:schemeClr>
            </a:duotone>
          </a:blip>
          <a:tile tx="0" ty="0" sx="60000" sy="60000" flip="none" algn="tl"/>
        </a:blipFill>
      </a:bgFillStyleLst>
    </a:fmtScheme>
  </a:themeElements>
  <a:objectDefaults/>
  <a:extraClrSchemeLst/>
  <a:extLst>
    <a:ext uri="{05A4C25C-085E-4340-85A3-A5531E510DB2}">
      <thm15:themeFamily xmlns:thm15="http://schemas.microsoft.com/office/thememl/2012/main" name="SavonVTI" id="{A72E8C35-66DD-49F8-AF66-813F19B983AE}" vid="{93CCBC76-B7A1-4C3D-93EA-5CE34C4670F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Custom 46">
    <a:dk1>
      <a:sysClr val="windowText" lastClr="000000"/>
    </a:dk1>
    <a:lt1>
      <a:sysClr val="window" lastClr="FFFFFF"/>
    </a:lt1>
    <a:dk2>
      <a:srgbClr val="121316"/>
    </a:dk2>
    <a:lt2>
      <a:srgbClr val="FEFCF7"/>
    </a:lt2>
    <a:accent1>
      <a:srgbClr val="8394A4"/>
    </a:accent1>
    <a:accent2>
      <a:srgbClr val="65739F"/>
    </a:accent2>
    <a:accent3>
      <a:srgbClr val="B2AC8A"/>
    </a:accent3>
    <a:accent4>
      <a:srgbClr val="879BB3"/>
    </a:accent4>
    <a:accent5>
      <a:srgbClr val="D7B579"/>
    </a:accent5>
    <a:accent6>
      <a:srgbClr val="8A9B89"/>
    </a:accent6>
    <a:hlink>
      <a:srgbClr val="85C4D2"/>
    </a:hlink>
    <a:folHlink>
      <a:srgbClr val="8E8CA7"/>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a410dd7f93c95333ffa1b60ed6adedd1">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a936d9baba76aa3866493feff160faab"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946BCBFB-BBC7-42F1-95CD-058E172363A0}">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1259D436-C82E-43E0-8A01-53DF9CED6032}">
  <ds:schemaRefs>
    <ds:schemaRef ds:uri="http://schemas.microsoft.com/sharepoint/v3/contenttype/forms"/>
  </ds:schemaRefs>
</ds:datastoreItem>
</file>

<file path=customXml/itemProps3.xml><?xml version="1.0" encoding="utf-8"?>
<ds:datastoreItem xmlns:ds="http://schemas.openxmlformats.org/officeDocument/2006/customXml" ds:itemID="{1F91CDEB-92ED-41DC-BF33-2916A768762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Organic</Template>
  <TotalTime>107</TotalTime>
  <Words>801</Words>
  <Application>Microsoft Office PowerPoint</Application>
  <PresentationFormat>Widescreen</PresentationFormat>
  <Paragraphs>25</Paragraphs>
  <Slides>9</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9</vt:i4>
      </vt:variant>
    </vt:vector>
  </HeadingPairs>
  <TitlesOfParts>
    <vt:vector size="16" baseType="lpstr">
      <vt:lpstr>Algerian</vt:lpstr>
      <vt:lpstr>Avenir Next LT Pro</vt:lpstr>
      <vt:lpstr>Avenir Next LT Pro Light</vt:lpstr>
      <vt:lpstr>Calibri</vt:lpstr>
      <vt:lpstr>Garamond</vt:lpstr>
      <vt:lpstr>Times New Roman</vt:lpstr>
      <vt:lpstr>SavonVTI</vt:lpstr>
      <vt:lpstr>LandSlide Detection</vt:lpstr>
      <vt:lpstr>PROBLEM STATEMENT: </vt:lpstr>
      <vt:lpstr>Objective:</vt:lpstr>
      <vt:lpstr>Methodology</vt:lpstr>
      <vt:lpstr>PowerPoint Presentation</vt:lpstr>
      <vt:lpstr>PowerPoint Presentation</vt:lpstr>
      <vt:lpstr>PowerPoint Presentation</vt:lpstr>
      <vt:lpstr>PowerPoint Presentation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maha deepak</dc:creator>
  <cp:lastModifiedBy>maha deepak</cp:lastModifiedBy>
  <cp:revision>3</cp:revision>
  <dcterms:created xsi:type="dcterms:W3CDTF">2024-08-30T14:34:46Z</dcterms:created>
  <dcterms:modified xsi:type="dcterms:W3CDTF">2025-03-26T07:00:43Z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